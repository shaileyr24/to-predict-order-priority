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6" r:id="rId2"/>
  </p:sldMasterIdLst>
  <p:notesMasterIdLst>
    <p:notesMasterId r:id="rId19"/>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KYbbTc/mShwIs6wKlC5fvSIJJU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1" name="Google Shape;161;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9" name="Google Shape;229;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9" name="Google Shape;249;p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5" name="Google Shape;275;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4" name="Google Shape;284;p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7" name="Google Shape;317;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1" name="Google Shape;341;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9" name="Google Shape;349;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8" name="Google Shape;358;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0" name="Google Shape;370;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6" name="Google Shape;376;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6"/>
        <p:cNvGrpSpPr/>
        <p:nvPr/>
      </p:nvGrpSpPr>
      <p:grpSpPr>
        <a:xfrm>
          <a:off x="0" y="0"/>
          <a:ext cx="0" cy="0"/>
          <a:chOff x="0" y="0"/>
          <a:chExt cx="0" cy="0"/>
        </a:xfrm>
      </p:grpSpPr>
      <p:sp>
        <p:nvSpPr>
          <p:cNvPr id="397" name="Google Shape;39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8" name="Google Shape;398;p1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11"/>
        <p:cNvGrpSpPr/>
        <p:nvPr/>
      </p:nvGrpSpPr>
      <p:grpSpPr>
        <a:xfrm>
          <a:off x="0" y="0"/>
          <a:ext cx="0" cy="0"/>
          <a:chOff x="0" y="0"/>
          <a:chExt cx="0" cy="0"/>
        </a:xfrm>
      </p:grpSpPr>
      <p:pic>
        <p:nvPicPr>
          <p:cNvPr id="12" name="Google Shape;12;p18" descr="Celestia-R1---OverlayTitleHD.png"/>
          <p:cNvPicPr preferRelativeResize="0"/>
          <p:nvPr/>
        </p:nvPicPr>
        <p:blipFill rotWithShape="1">
          <a:blip r:embed="rId3">
            <a:alphaModFix/>
          </a:blip>
          <a:srcRect/>
          <a:stretch/>
        </p:blipFill>
        <p:spPr>
          <a:xfrm>
            <a:off x="0" y="0"/>
            <a:ext cx="12188825" cy="6856214"/>
          </a:xfrm>
          <a:prstGeom prst="rect">
            <a:avLst/>
          </a:prstGeom>
          <a:noFill/>
          <a:ln>
            <a:noFill/>
          </a:ln>
        </p:spPr>
      </p:pic>
      <p:sp>
        <p:nvSpPr>
          <p:cNvPr id="13" name="Google Shape;13;p18"/>
          <p:cNvSpPr txBox="1">
            <a:spLocks noGrp="1"/>
          </p:cNvSpPr>
          <p:nvPr>
            <p:ph type="ctrTitle"/>
          </p:nvPr>
        </p:nvSpPr>
        <p:spPr>
          <a:xfrm>
            <a:off x="3962399" y="1964267"/>
            <a:ext cx="7197726" cy="2421464"/>
          </a:xfrm>
          <a:prstGeom prst="rect">
            <a:avLst/>
          </a:prstGeom>
          <a:noFill/>
          <a:ln>
            <a:noFill/>
          </a:ln>
        </p:spPr>
        <p:txBody>
          <a:bodyPr spcFirstLastPara="1" wrap="square" lIns="91425" tIns="45700" rIns="91425" bIns="45700" anchor="b" anchorCtr="0">
            <a:normAutofit/>
          </a:bodyPr>
          <a:lstStyle>
            <a:lvl1pPr lvl="0" algn="r">
              <a:spcBef>
                <a:spcPts val="0"/>
              </a:spcBef>
              <a:spcAft>
                <a:spcPts val="0"/>
              </a:spcAft>
              <a:buClr>
                <a:schemeClr val="lt1"/>
              </a:buClr>
              <a:buSzPts val="4800"/>
              <a:buFont typeface="Calibri"/>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18"/>
          <p:cNvSpPr txBox="1">
            <a:spLocks noGrp="1"/>
          </p:cNvSpPr>
          <p:nvPr>
            <p:ph type="subTitle" idx="1"/>
          </p:nvPr>
        </p:nvSpPr>
        <p:spPr>
          <a:xfrm>
            <a:off x="3962399" y="4385732"/>
            <a:ext cx="7197726" cy="1405467"/>
          </a:xfrm>
          <a:prstGeom prst="rect">
            <a:avLst/>
          </a:prstGeom>
          <a:noFill/>
          <a:ln>
            <a:noFill/>
          </a:ln>
        </p:spPr>
        <p:txBody>
          <a:bodyPr spcFirstLastPara="1" wrap="square" lIns="91425" tIns="45700" rIns="91425" bIns="45700" anchor="t" anchorCtr="0">
            <a:normAutofit/>
          </a:bodyPr>
          <a:lstStyle>
            <a:lvl1pPr lvl="0" algn="r">
              <a:spcBef>
                <a:spcPts val="0"/>
              </a:spcBef>
              <a:spcAft>
                <a:spcPts val="0"/>
              </a:spcAft>
              <a:buSzPts val="1800"/>
              <a:buNone/>
              <a:defRPr sz="1800" cap="none">
                <a:solidFill>
                  <a:schemeClr val="lt1"/>
                </a:solidFill>
              </a:defRPr>
            </a:lvl1pPr>
            <a:lvl2pPr lvl="1" algn="ctr">
              <a:spcBef>
                <a:spcPts val="1000"/>
              </a:spcBef>
              <a:spcAft>
                <a:spcPts val="0"/>
              </a:spcAft>
              <a:buSzPts val="1600"/>
              <a:buNone/>
              <a:defRPr>
                <a:solidFill>
                  <a:schemeClr val="lt1"/>
                </a:solidFill>
              </a:defRPr>
            </a:lvl2pPr>
            <a:lvl3pPr lvl="2" algn="ctr">
              <a:spcBef>
                <a:spcPts val="1000"/>
              </a:spcBef>
              <a:spcAft>
                <a:spcPts val="0"/>
              </a:spcAft>
              <a:buSzPts val="1400"/>
              <a:buNone/>
              <a:defRPr>
                <a:solidFill>
                  <a:schemeClr val="lt1"/>
                </a:solidFill>
              </a:defRPr>
            </a:lvl3pPr>
            <a:lvl4pPr lvl="3" algn="ctr">
              <a:spcBef>
                <a:spcPts val="1000"/>
              </a:spcBef>
              <a:spcAft>
                <a:spcPts val="0"/>
              </a:spcAft>
              <a:buSzPts val="1200"/>
              <a:buNone/>
              <a:defRPr>
                <a:solidFill>
                  <a:schemeClr val="lt1"/>
                </a:solidFill>
              </a:defRPr>
            </a:lvl4pPr>
            <a:lvl5pPr lvl="4" algn="ctr">
              <a:spcBef>
                <a:spcPts val="1000"/>
              </a:spcBef>
              <a:spcAft>
                <a:spcPts val="0"/>
              </a:spcAft>
              <a:buSzPts val="1200"/>
              <a:buNone/>
              <a:defRPr>
                <a:solidFill>
                  <a:schemeClr val="lt1"/>
                </a:solidFill>
              </a:defRPr>
            </a:lvl5pPr>
            <a:lvl6pPr lvl="5" algn="ctr">
              <a:spcBef>
                <a:spcPts val="1000"/>
              </a:spcBef>
              <a:spcAft>
                <a:spcPts val="0"/>
              </a:spcAft>
              <a:buSzPts val="1200"/>
              <a:buNone/>
              <a:defRPr>
                <a:solidFill>
                  <a:schemeClr val="lt1"/>
                </a:solidFill>
              </a:defRPr>
            </a:lvl6pPr>
            <a:lvl7pPr lvl="6" algn="ctr">
              <a:spcBef>
                <a:spcPts val="1000"/>
              </a:spcBef>
              <a:spcAft>
                <a:spcPts val="0"/>
              </a:spcAft>
              <a:buSzPts val="1200"/>
              <a:buNone/>
              <a:defRPr>
                <a:solidFill>
                  <a:schemeClr val="lt1"/>
                </a:solidFill>
              </a:defRPr>
            </a:lvl7pPr>
            <a:lvl8pPr lvl="7" algn="ctr">
              <a:spcBef>
                <a:spcPts val="1000"/>
              </a:spcBef>
              <a:spcAft>
                <a:spcPts val="0"/>
              </a:spcAft>
              <a:buSzPts val="1200"/>
              <a:buNone/>
              <a:defRPr>
                <a:solidFill>
                  <a:schemeClr val="lt1"/>
                </a:solidFill>
              </a:defRPr>
            </a:lvl8pPr>
            <a:lvl9pPr lvl="8" algn="ctr">
              <a:spcBef>
                <a:spcPts val="1000"/>
              </a:spcBef>
              <a:spcAft>
                <a:spcPts val="1000"/>
              </a:spcAft>
              <a:buSzPts val="1200"/>
              <a:buNone/>
              <a:defRPr>
                <a:solidFill>
                  <a:schemeClr val="lt1"/>
                </a:solidFill>
              </a:defRPr>
            </a:lvl9pPr>
          </a:lstStyle>
          <a:p>
            <a:endParaRPr/>
          </a:p>
        </p:txBody>
      </p:sp>
      <p:sp>
        <p:nvSpPr>
          <p:cNvPr id="15" name="Google Shape;15;p18"/>
          <p:cNvSpPr txBox="1">
            <a:spLocks noGrp="1"/>
          </p:cNvSpPr>
          <p:nvPr>
            <p:ph type="dt" idx="10"/>
          </p:nvPr>
        </p:nvSpPr>
        <p:spPr>
          <a:xfrm>
            <a:off x="8932558"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 name="Google Shape;16;p18"/>
          <p:cNvSpPr txBox="1">
            <a:spLocks noGrp="1"/>
          </p:cNvSpPr>
          <p:nvPr>
            <p:ph type="ftr" idx="11"/>
          </p:nvPr>
        </p:nvSpPr>
        <p:spPr>
          <a:xfrm>
            <a:off x="3962399" y="5870575"/>
            <a:ext cx="4893958"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8"/>
          <p:cNvSpPr txBox="1">
            <a:spLocks noGrp="1"/>
          </p:cNvSpPr>
          <p:nvPr>
            <p:ph type="sldNum" idx="12"/>
          </p:nvPr>
        </p:nvSpPr>
        <p:spPr>
          <a:xfrm>
            <a:off x="10608958"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
        <p:cNvGrpSpPr/>
        <p:nvPr/>
      </p:nvGrpSpPr>
      <p:grpSpPr>
        <a:xfrm>
          <a:off x="0" y="0"/>
          <a:ext cx="0" cy="0"/>
          <a:chOff x="0" y="0"/>
          <a:chExt cx="0" cy="0"/>
        </a:xfrm>
      </p:grpSpPr>
      <p:pic>
        <p:nvPicPr>
          <p:cNvPr id="19" name="Google Shape;19;p20"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20" name="Google Shape;20;p20"/>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0"/>
          <p:cNvSpPr txBox="1">
            <a:spLocks noGrp="1"/>
          </p:cNvSpPr>
          <p:nvPr>
            <p:ph type="body" idx="1"/>
          </p:nvPr>
        </p:nvSpPr>
        <p:spPr>
          <a:xfrm>
            <a:off x="685801" y="2142067"/>
            <a:ext cx="10131425" cy="3649133"/>
          </a:xfrm>
          <a:prstGeom prst="rect">
            <a:avLst/>
          </a:prstGeom>
          <a:noFill/>
          <a:ln>
            <a:noFill/>
          </a:ln>
        </p:spPr>
        <p:txBody>
          <a:bodyPr spcFirstLastPara="1" wrap="square" lIns="91425" tIns="45700" rIns="91425" bIns="45700" anchor="ctr" anchorCtr="0">
            <a:normAutofit/>
          </a:bodyPr>
          <a:lstStyle>
            <a:lvl1pPr marL="457200" lvl="0" indent="-342900" algn="l">
              <a:spcBef>
                <a:spcPts val="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1000"/>
              </a:spcAft>
              <a:buSzPts val="1800"/>
              <a:buChar char="•"/>
              <a:defRPr/>
            </a:lvl9pPr>
          </a:lstStyle>
          <a:p>
            <a:endParaRPr/>
          </a:p>
        </p:txBody>
      </p:sp>
      <p:sp>
        <p:nvSpPr>
          <p:cNvPr id="22" name="Google Shape;22;p20"/>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20"/>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0"/>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pic>
        <p:nvPicPr>
          <p:cNvPr id="26" name="Google Shape;26;p22"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27" name="Google Shape;27;p22"/>
          <p:cNvSpPr txBox="1">
            <a:spLocks noGrp="1"/>
          </p:cNvSpPr>
          <p:nvPr>
            <p:ph type="title"/>
          </p:nvPr>
        </p:nvSpPr>
        <p:spPr>
          <a:xfrm>
            <a:off x="685800" y="3308581"/>
            <a:ext cx="10131427"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4000"/>
              <a:buFont typeface="Calibri"/>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2"/>
          <p:cNvSpPr txBox="1">
            <a:spLocks noGrp="1"/>
          </p:cNvSpPr>
          <p:nvPr>
            <p:ph type="body" idx="1"/>
          </p:nvPr>
        </p:nvSpPr>
        <p:spPr>
          <a:xfrm>
            <a:off x="685799" y="4777381"/>
            <a:ext cx="1013142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2000"/>
              <a:buNone/>
              <a:defRPr sz="2000" cap="none">
                <a:solidFill>
                  <a:schemeClr val="lt1"/>
                </a:solidFill>
              </a:defRPr>
            </a:lvl1pPr>
            <a:lvl2pPr marL="914400" lvl="1" indent="-228600" algn="l">
              <a:spcBef>
                <a:spcPts val="1000"/>
              </a:spcBef>
              <a:spcAft>
                <a:spcPts val="0"/>
              </a:spcAft>
              <a:buSzPts val="1800"/>
              <a:buNone/>
              <a:defRPr sz="1800">
                <a:solidFill>
                  <a:schemeClr val="lt1"/>
                </a:solidFill>
              </a:defRPr>
            </a:lvl2pPr>
            <a:lvl3pPr marL="1371600" lvl="2" indent="-228600" algn="l">
              <a:spcBef>
                <a:spcPts val="1000"/>
              </a:spcBef>
              <a:spcAft>
                <a:spcPts val="0"/>
              </a:spcAft>
              <a:buSzPts val="1600"/>
              <a:buNone/>
              <a:defRPr sz="1600">
                <a:solidFill>
                  <a:schemeClr val="lt1"/>
                </a:solidFill>
              </a:defRPr>
            </a:lvl3pPr>
            <a:lvl4pPr marL="1828800" lvl="3" indent="-228600" algn="l">
              <a:spcBef>
                <a:spcPts val="1000"/>
              </a:spcBef>
              <a:spcAft>
                <a:spcPts val="0"/>
              </a:spcAft>
              <a:buSzPts val="1400"/>
              <a:buNone/>
              <a:defRPr sz="1400">
                <a:solidFill>
                  <a:schemeClr val="lt1"/>
                </a:solidFill>
              </a:defRPr>
            </a:lvl4pPr>
            <a:lvl5pPr marL="2286000" lvl="4" indent="-228600" algn="l">
              <a:spcBef>
                <a:spcPts val="1000"/>
              </a:spcBef>
              <a:spcAft>
                <a:spcPts val="0"/>
              </a:spcAft>
              <a:buSzPts val="1400"/>
              <a:buNone/>
              <a:defRPr sz="1400">
                <a:solidFill>
                  <a:schemeClr val="lt1"/>
                </a:solidFill>
              </a:defRPr>
            </a:lvl5pPr>
            <a:lvl6pPr marL="2743200" lvl="5" indent="-228600" algn="l">
              <a:spcBef>
                <a:spcPts val="1000"/>
              </a:spcBef>
              <a:spcAft>
                <a:spcPts val="0"/>
              </a:spcAft>
              <a:buSzPts val="1400"/>
              <a:buNone/>
              <a:defRPr sz="1400">
                <a:solidFill>
                  <a:schemeClr val="lt1"/>
                </a:solidFill>
              </a:defRPr>
            </a:lvl6pPr>
            <a:lvl7pPr marL="3200400" lvl="6" indent="-228600" algn="l">
              <a:spcBef>
                <a:spcPts val="1000"/>
              </a:spcBef>
              <a:spcAft>
                <a:spcPts val="0"/>
              </a:spcAft>
              <a:buSzPts val="1400"/>
              <a:buNone/>
              <a:defRPr sz="1400">
                <a:solidFill>
                  <a:schemeClr val="lt1"/>
                </a:solidFill>
              </a:defRPr>
            </a:lvl7pPr>
            <a:lvl8pPr marL="3657600" lvl="7" indent="-228600" algn="l">
              <a:spcBef>
                <a:spcPts val="1000"/>
              </a:spcBef>
              <a:spcAft>
                <a:spcPts val="0"/>
              </a:spcAft>
              <a:buSzPts val="1400"/>
              <a:buNone/>
              <a:defRPr sz="1400">
                <a:solidFill>
                  <a:schemeClr val="lt1"/>
                </a:solidFill>
              </a:defRPr>
            </a:lvl8pPr>
            <a:lvl9pPr marL="4114800" lvl="8" indent="-228600" algn="l">
              <a:spcBef>
                <a:spcPts val="1000"/>
              </a:spcBef>
              <a:spcAft>
                <a:spcPts val="1000"/>
              </a:spcAft>
              <a:buSzPts val="1400"/>
              <a:buNone/>
              <a:defRPr sz="1400">
                <a:solidFill>
                  <a:schemeClr val="lt1"/>
                </a:solidFill>
              </a:defRPr>
            </a:lvl9pPr>
          </a:lstStyle>
          <a:p>
            <a:endParaRPr/>
          </a:p>
        </p:txBody>
      </p:sp>
      <p:sp>
        <p:nvSpPr>
          <p:cNvPr id="29" name="Google Shape;29;p22"/>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22"/>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2"/>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pic>
        <p:nvPicPr>
          <p:cNvPr id="33" name="Google Shape;33;p23"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34" name="Google Shape;34;p23"/>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3"/>
          <p:cNvSpPr txBox="1">
            <a:spLocks noGrp="1"/>
          </p:cNvSpPr>
          <p:nvPr>
            <p:ph type="body" idx="1"/>
          </p:nvPr>
        </p:nvSpPr>
        <p:spPr>
          <a:xfrm>
            <a:off x="685802" y="2142067"/>
            <a:ext cx="4995334" cy="3649134"/>
          </a:xfrm>
          <a:prstGeom prst="rect">
            <a:avLst/>
          </a:prstGeom>
          <a:noFill/>
          <a:ln>
            <a:noFill/>
          </a:ln>
        </p:spPr>
        <p:txBody>
          <a:bodyPr spcFirstLastPara="1" wrap="square" lIns="91425" tIns="45700" rIns="91425" bIns="45700" anchor="ctr" anchorCtr="0">
            <a:normAutofit/>
          </a:bodyPr>
          <a:lstStyle>
            <a:lvl1pPr marL="457200" lvl="0" indent="-342900" algn="l">
              <a:spcBef>
                <a:spcPts val="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1000"/>
              </a:spcAft>
              <a:buSzPts val="1800"/>
              <a:buChar char="•"/>
              <a:defRPr/>
            </a:lvl9pPr>
          </a:lstStyle>
          <a:p>
            <a:endParaRPr/>
          </a:p>
        </p:txBody>
      </p:sp>
      <p:sp>
        <p:nvSpPr>
          <p:cNvPr id="36" name="Google Shape;36;p23"/>
          <p:cNvSpPr txBox="1">
            <a:spLocks noGrp="1"/>
          </p:cNvSpPr>
          <p:nvPr>
            <p:ph type="body" idx="2"/>
          </p:nvPr>
        </p:nvSpPr>
        <p:spPr>
          <a:xfrm>
            <a:off x="5821895" y="2142067"/>
            <a:ext cx="4995332" cy="3649133"/>
          </a:xfrm>
          <a:prstGeom prst="rect">
            <a:avLst/>
          </a:prstGeom>
          <a:noFill/>
          <a:ln>
            <a:noFill/>
          </a:ln>
        </p:spPr>
        <p:txBody>
          <a:bodyPr spcFirstLastPara="1" wrap="square" lIns="91425" tIns="45700" rIns="91425" bIns="45700" anchor="ctr" anchorCtr="0">
            <a:normAutofit/>
          </a:bodyPr>
          <a:lstStyle>
            <a:lvl1pPr marL="457200" lvl="0" indent="-342900" algn="l">
              <a:spcBef>
                <a:spcPts val="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1000"/>
              </a:spcAft>
              <a:buSzPts val="1800"/>
              <a:buChar char="•"/>
              <a:defRPr/>
            </a:lvl9pPr>
          </a:lstStyle>
          <a:p>
            <a:endParaRPr/>
          </a:p>
        </p:txBody>
      </p:sp>
      <p:sp>
        <p:nvSpPr>
          <p:cNvPr id="37" name="Google Shape;37;p23"/>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23"/>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23"/>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4"/>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600"/>
              <a:buFont typeface="Calibri"/>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24"/>
          <p:cNvSpPr txBox="1">
            <a:spLocks noGrp="1"/>
          </p:cNvSpPr>
          <p:nvPr>
            <p:ph type="body" idx="1"/>
          </p:nvPr>
        </p:nvSpPr>
        <p:spPr>
          <a:xfrm>
            <a:off x="973670" y="2218267"/>
            <a:ext cx="4709054" cy="576262"/>
          </a:xfrm>
          <a:prstGeom prst="rect">
            <a:avLst/>
          </a:prstGeom>
          <a:noFill/>
          <a:ln>
            <a:noFill/>
          </a:ln>
        </p:spPr>
        <p:txBody>
          <a:bodyPr spcFirstLastPara="1" wrap="square" lIns="91425" tIns="45700" rIns="91425" bIns="45700" anchor="b" anchorCtr="0">
            <a:noAutofit/>
          </a:bodyPr>
          <a:lstStyle>
            <a:lvl1pPr marL="457200" lvl="0" indent="-228600" algn="l">
              <a:spcBef>
                <a:spcPts val="0"/>
              </a:spcBef>
              <a:spcAft>
                <a:spcPts val="0"/>
              </a:spcAft>
              <a:buSzPts val="2800"/>
              <a:buNone/>
              <a:defRPr sz="2800" b="0"/>
            </a:lvl1pPr>
            <a:lvl2pPr marL="914400" lvl="1" indent="-228600" algn="l">
              <a:spcBef>
                <a:spcPts val="1000"/>
              </a:spcBef>
              <a:spcAft>
                <a:spcPts val="0"/>
              </a:spcAft>
              <a:buSzPts val="2000"/>
              <a:buNone/>
              <a:defRPr sz="2000" b="1"/>
            </a:lvl2pPr>
            <a:lvl3pPr marL="1371600" lvl="2" indent="-228600" algn="l">
              <a:spcBef>
                <a:spcPts val="1000"/>
              </a:spcBef>
              <a:spcAft>
                <a:spcPts val="0"/>
              </a:spcAft>
              <a:buSzPts val="1800"/>
              <a:buNone/>
              <a:defRPr sz="1800" b="1"/>
            </a:lvl3pPr>
            <a:lvl4pPr marL="1828800" lvl="3" indent="-228600" algn="l">
              <a:spcBef>
                <a:spcPts val="1000"/>
              </a:spcBef>
              <a:spcAft>
                <a:spcPts val="0"/>
              </a:spcAft>
              <a:buSzPts val="1600"/>
              <a:buNone/>
              <a:defRPr sz="1600" b="1"/>
            </a:lvl4pPr>
            <a:lvl5pPr marL="2286000" lvl="4" indent="-228600" algn="l">
              <a:spcBef>
                <a:spcPts val="1000"/>
              </a:spcBef>
              <a:spcAft>
                <a:spcPts val="0"/>
              </a:spcAft>
              <a:buSzPts val="1600"/>
              <a:buNone/>
              <a:defRPr sz="1600" b="1"/>
            </a:lvl5pPr>
            <a:lvl6pPr marL="2743200" lvl="5" indent="-228600" algn="l">
              <a:spcBef>
                <a:spcPts val="1000"/>
              </a:spcBef>
              <a:spcAft>
                <a:spcPts val="0"/>
              </a:spcAft>
              <a:buSzPts val="1600"/>
              <a:buNone/>
              <a:defRPr sz="1600" b="1"/>
            </a:lvl6pPr>
            <a:lvl7pPr marL="3200400" lvl="6" indent="-228600" algn="l">
              <a:spcBef>
                <a:spcPts val="1000"/>
              </a:spcBef>
              <a:spcAft>
                <a:spcPts val="0"/>
              </a:spcAft>
              <a:buSzPts val="1600"/>
              <a:buNone/>
              <a:defRPr sz="1600" b="1"/>
            </a:lvl7pPr>
            <a:lvl8pPr marL="3657600" lvl="7" indent="-228600" algn="l">
              <a:spcBef>
                <a:spcPts val="1000"/>
              </a:spcBef>
              <a:spcAft>
                <a:spcPts val="0"/>
              </a:spcAft>
              <a:buSzPts val="1600"/>
              <a:buNone/>
              <a:defRPr sz="1600" b="1"/>
            </a:lvl8pPr>
            <a:lvl9pPr marL="4114800" lvl="8" indent="-228600" algn="l">
              <a:spcBef>
                <a:spcPts val="1000"/>
              </a:spcBef>
              <a:spcAft>
                <a:spcPts val="1000"/>
              </a:spcAft>
              <a:buSzPts val="1600"/>
              <a:buNone/>
              <a:defRPr sz="1600" b="1"/>
            </a:lvl9pPr>
          </a:lstStyle>
          <a:p>
            <a:endParaRPr/>
          </a:p>
        </p:txBody>
      </p:sp>
      <p:sp>
        <p:nvSpPr>
          <p:cNvPr id="43" name="Google Shape;43;p24"/>
          <p:cNvSpPr txBox="1">
            <a:spLocks noGrp="1"/>
          </p:cNvSpPr>
          <p:nvPr>
            <p:ph type="body" idx="2"/>
          </p:nvPr>
        </p:nvSpPr>
        <p:spPr>
          <a:xfrm>
            <a:off x="685801" y="2870201"/>
            <a:ext cx="4996923" cy="2920998"/>
          </a:xfrm>
          <a:prstGeom prst="rect">
            <a:avLst/>
          </a:prstGeom>
          <a:noFill/>
          <a:ln>
            <a:noFill/>
          </a:ln>
        </p:spPr>
        <p:txBody>
          <a:bodyPr spcFirstLastPara="1" wrap="square" lIns="91425" tIns="45700" rIns="91425" bIns="45700" anchor="t" anchorCtr="0">
            <a:normAutofit/>
          </a:bodyPr>
          <a:lstStyle>
            <a:lvl1pPr marL="457200" lvl="0" indent="-342900" algn="l">
              <a:spcBef>
                <a:spcPts val="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1000"/>
              </a:spcAft>
              <a:buSzPts val="1800"/>
              <a:buChar char="•"/>
              <a:defRPr/>
            </a:lvl9pPr>
          </a:lstStyle>
          <a:p>
            <a:endParaRPr/>
          </a:p>
        </p:txBody>
      </p:sp>
      <p:sp>
        <p:nvSpPr>
          <p:cNvPr id="44" name="Google Shape;44;p24"/>
          <p:cNvSpPr txBox="1">
            <a:spLocks noGrp="1"/>
          </p:cNvSpPr>
          <p:nvPr>
            <p:ph type="body" idx="3"/>
          </p:nvPr>
        </p:nvSpPr>
        <p:spPr>
          <a:xfrm>
            <a:off x="6096003" y="2226734"/>
            <a:ext cx="4722813" cy="576262"/>
          </a:xfrm>
          <a:prstGeom prst="rect">
            <a:avLst/>
          </a:prstGeom>
          <a:noFill/>
          <a:ln>
            <a:noFill/>
          </a:ln>
        </p:spPr>
        <p:txBody>
          <a:bodyPr spcFirstLastPara="1" wrap="square" lIns="91425" tIns="45700" rIns="91425" bIns="45700" anchor="b" anchorCtr="0">
            <a:noAutofit/>
          </a:bodyPr>
          <a:lstStyle>
            <a:lvl1pPr marL="457200" lvl="0" indent="-228600" algn="l">
              <a:spcBef>
                <a:spcPts val="0"/>
              </a:spcBef>
              <a:spcAft>
                <a:spcPts val="0"/>
              </a:spcAft>
              <a:buSzPts val="2800"/>
              <a:buNone/>
              <a:defRPr sz="2800" b="0"/>
            </a:lvl1pPr>
            <a:lvl2pPr marL="914400" lvl="1" indent="-228600" algn="l">
              <a:spcBef>
                <a:spcPts val="1000"/>
              </a:spcBef>
              <a:spcAft>
                <a:spcPts val="0"/>
              </a:spcAft>
              <a:buSzPts val="2000"/>
              <a:buNone/>
              <a:defRPr sz="2000" b="1"/>
            </a:lvl2pPr>
            <a:lvl3pPr marL="1371600" lvl="2" indent="-228600" algn="l">
              <a:spcBef>
                <a:spcPts val="1000"/>
              </a:spcBef>
              <a:spcAft>
                <a:spcPts val="0"/>
              </a:spcAft>
              <a:buSzPts val="1800"/>
              <a:buNone/>
              <a:defRPr sz="1800" b="1"/>
            </a:lvl3pPr>
            <a:lvl4pPr marL="1828800" lvl="3" indent="-228600" algn="l">
              <a:spcBef>
                <a:spcPts val="1000"/>
              </a:spcBef>
              <a:spcAft>
                <a:spcPts val="0"/>
              </a:spcAft>
              <a:buSzPts val="1600"/>
              <a:buNone/>
              <a:defRPr sz="1600" b="1"/>
            </a:lvl4pPr>
            <a:lvl5pPr marL="2286000" lvl="4" indent="-228600" algn="l">
              <a:spcBef>
                <a:spcPts val="1000"/>
              </a:spcBef>
              <a:spcAft>
                <a:spcPts val="0"/>
              </a:spcAft>
              <a:buSzPts val="1600"/>
              <a:buNone/>
              <a:defRPr sz="1600" b="1"/>
            </a:lvl5pPr>
            <a:lvl6pPr marL="2743200" lvl="5" indent="-228600" algn="l">
              <a:spcBef>
                <a:spcPts val="1000"/>
              </a:spcBef>
              <a:spcAft>
                <a:spcPts val="0"/>
              </a:spcAft>
              <a:buSzPts val="1600"/>
              <a:buNone/>
              <a:defRPr sz="1600" b="1"/>
            </a:lvl6pPr>
            <a:lvl7pPr marL="3200400" lvl="6" indent="-228600" algn="l">
              <a:spcBef>
                <a:spcPts val="1000"/>
              </a:spcBef>
              <a:spcAft>
                <a:spcPts val="0"/>
              </a:spcAft>
              <a:buSzPts val="1600"/>
              <a:buNone/>
              <a:defRPr sz="1600" b="1"/>
            </a:lvl7pPr>
            <a:lvl8pPr marL="3657600" lvl="7" indent="-228600" algn="l">
              <a:spcBef>
                <a:spcPts val="1000"/>
              </a:spcBef>
              <a:spcAft>
                <a:spcPts val="0"/>
              </a:spcAft>
              <a:buSzPts val="1600"/>
              <a:buNone/>
              <a:defRPr sz="1600" b="1"/>
            </a:lvl8pPr>
            <a:lvl9pPr marL="4114800" lvl="8" indent="-228600" algn="l">
              <a:spcBef>
                <a:spcPts val="1000"/>
              </a:spcBef>
              <a:spcAft>
                <a:spcPts val="1000"/>
              </a:spcAft>
              <a:buSzPts val="1600"/>
              <a:buNone/>
              <a:defRPr sz="1600" b="1"/>
            </a:lvl9pPr>
          </a:lstStyle>
          <a:p>
            <a:endParaRPr/>
          </a:p>
        </p:txBody>
      </p:sp>
      <p:sp>
        <p:nvSpPr>
          <p:cNvPr id="45" name="Google Shape;45;p24"/>
          <p:cNvSpPr txBox="1">
            <a:spLocks noGrp="1"/>
          </p:cNvSpPr>
          <p:nvPr>
            <p:ph type="body" idx="4"/>
          </p:nvPr>
        </p:nvSpPr>
        <p:spPr>
          <a:xfrm>
            <a:off x="5823483" y="2870201"/>
            <a:ext cx="4995334" cy="2920998"/>
          </a:xfrm>
          <a:prstGeom prst="rect">
            <a:avLst/>
          </a:prstGeom>
          <a:noFill/>
          <a:ln>
            <a:noFill/>
          </a:ln>
        </p:spPr>
        <p:txBody>
          <a:bodyPr spcFirstLastPara="1" wrap="square" lIns="91425" tIns="45700" rIns="91425" bIns="45700" anchor="t" anchorCtr="0">
            <a:normAutofit/>
          </a:bodyPr>
          <a:lstStyle>
            <a:lvl1pPr marL="457200" lvl="0" indent="-342900" algn="l">
              <a:spcBef>
                <a:spcPts val="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1000"/>
              </a:spcAft>
              <a:buSzPts val="1800"/>
              <a:buChar char="•"/>
              <a:defRPr/>
            </a:lvl9pPr>
          </a:lstStyle>
          <a:p>
            <a:endParaRPr/>
          </a:p>
        </p:txBody>
      </p:sp>
      <p:sp>
        <p:nvSpPr>
          <p:cNvPr id="46" name="Google Shape;46;p24"/>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24"/>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4"/>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pic>
        <p:nvPicPr>
          <p:cNvPr id="50" name="Google Shape;50;p25"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51" name="Google Shape;51;p25"/>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5"/>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5"/>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5"/>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pic>
        <p:nvPicPr>
          <p:cNvPr id="56" name="Google Shape;56;p26"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57" name="Google Shape;57;p26"/>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6"/>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6"/>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pic>
        <p:nvPicPr>
          <p:cNvPr id="61" name="Google Shape;61;p27"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62" name="Google Shape;62;p27"/>
          <p:cNvSpPr txBox="1">
            <a:spLocks noGrp="1"/>
          </p:cNvSpPr>
          <p:nvPr>
            <p:ph type="title"/>
          </p:nvPr>
        </p:nvSpPr>
        <p:spPr>
          <a:xfrm>
            <a:off x="685800" y="2074333"/>
            <a:ext cx="3680885"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400"/>
              <a:buFont typeface="Calibri"/>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7"/>
          <p:cNvSpPr txBox="1">
            <a:spLocks noGrp="1"/>
          </p:cNvSpPr>
          <p:nvPr>
            <p:ph type="body" idx="1"/>
          </p:nvPr>
        </p:nvSpPr>
        <p:spPr>
          <a:xfrm>
            <a:off x="4648201" y="609601"/>
            <a:ext cx="6169026" cy="5181600"/>
          </a:xfrm>
          <a:prstGeom prst="rect">
            <a:avLst/>
          </a:prstGeom>
          <a:noFill/>
          <a:ln>
            <a:noFill/>
          </a:ln>
        </p:spPr>
        <p:txBody>
          <a:bodyPr spcFirstLastPara="1" wrap="square" lIns="91425" tIns="45700" rIns="91425" bIns="45700" anchor="ctr" anchorCtr="0">
            <a:normAutofit/>
          </a:bodyPr>
          <a:lstStyle>
            <a:lvl1pPr marL="457200" lvl="0" indent="-342900" algn="l">
              <a:spcBef>
                <a:spcPts val="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1000"/>
              </a:spcAft>
              <a:buSzPts val="1800"/>
              <a:buChar char="•"/>
              <a:defRPr/>
            </a:lvl9pPr>
          </a:lstStyle>
          <a:p>
            <a:endParaRPr/>
          </a:p>
        </p:txBody>
      </p:sp>
      <p:sp>
        <p:nvSpPr>
          <p:cNvPr id="64" name="Google Shape;64;p27"/>
          <p:cNvSpPr txBox="1">
            <a:spLocks noGrp="1"/>
          </p:cNvSpPr>
          <p:nvPr>
            <p:ph type="body" idx="2"/>
          </p:nvPr>
        </p:nvSpPr>
        <p:spPr>
          <a:xfrm>
            <a:off x="685800" y="3445933"/>
            <a:ext cx="3680885" cy="1828800"/>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600"/>
              <a:buNone/>
              <a:defRPr sz="1600"/>
            </a:lvl1pPr>
            <a:lvl2pPr marL="914400" lvl="1" indent="-228600" algn="l">
              <a:spcBef>
                <a:spcPts val="1000"/>
              </a:spcBef>
              <a:spcAft>
                <a:spcPts val="0"/>
              </a:spcAft>
              <a:buSzPts val="1200"/>
              <a:buNone/>
              <a:defRPr sz="1200"/>
            </a:lvl2pPr>
            <a:lvl3pPr marL="1371600" lvl="2" indent="-228600" algn="l">
              <a:spcBef>
                <a:spcPts val="1000"/>
              </a:spcBef>
              <a:spcAft>
                <a:spcPts val="0"/>
              </a:spcAft>
              <a:buSzPts val="1000"/>
              <a:buNone/>
              <a:defRPr sz="1000"/>
            </a:lvl3pPr>
            <a:lvl4pPr marL="1828800" lvl="3" indent="-228600" algn="l">
              <a:spcBef>
                <a:spcPts val="1000"/>
              </a:spcBef>
              <a:spcAft>
                <a:spcPts val="0"/>
              </a:spcAft>
              <a:buSzPts val="900"/>
              <a:buNone/>
              <a:defRPr sz="900"/>
            </a:lvl4pPr>
            <a:lvl5pPr marL="2286000" lvl="4" indent="-228600" algn="l">
              <a:spcBef>
                <a:spcPts val="1000"/>
              </a:spcBef>
              <a:spcAft>
                <a:spcPts val="0"/>
              </a:spcAft>
              <a:buSzPts val="900"/>
              <a:buNone/>
              <a:defRPr sz="900"/>
            </a:lvl5pPr>
            <a:lvl6pPr marL="2743200" lvl="5" indent="-228600" algn="l">
              <a:spcBef>
                <a:spcPts val="1000"/>
              </a:spcBef>
              <a:spcAft>
                <a:spcPts val="0"/>
              </a:spcAft>
              <a:buSzPts val="900"/>
              <a:buNone/>
              <a:defRPr sz="900"/>
            </a:lvl6pPr>
            <a:lvl7pPr marL="3200400" lvl="6" indent="-228600" algn="l">
              <a:spcBef>
                <a:spcPts val="1000"/>
              </a:spcBef>
              <a:spcAft>
                <a:spcPts val="0"/>
              </a:spcAft>
              <a:buSzPts val="900"/>
              <a:buNone/>
              <a:defRPr sz="900"/>
            </a:lvl7pPr>
            <a:lvl8pPr marL="3657600" lvl="7" indent="-228600" algn="l">
              <a:spcBef>
                <a:spcPts val="1000"/>
              </a:spcBef>
              <a:spcAft>
                <a:spcPts val="0"/>
              </a:spcAft>
              <a:buSzPts val="900"/>
              <a:buNone/>
              <a:defRPr sz="900"/>
            </a:lvl8pPr>
            <a:lvl9pPr marL="4114800" lvl="8" indent="-228600" algn="l">
              <a:spcBef>
                <a:spcPts val="1000"/>
              </a:spcBef>
              <a:spcAft>
                <a:spcPts val="1000"/>
              </a:spcAft>
              <a:buSzPts val="900"/>
              <a:buNone/>
              <a:defRPr sz="900"/>
            </a:lvl9pPr>
          </a:lstStyle>
          <a:p>
            <a:endParaRPr/>
          </a:p>
        </p:txBody>
      </p:sp>
      <p:sp>
        <p:nvSpPr>
          <p:cNvPr id="65" name="Google Shape;65;p27"/>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7"/>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27"/>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8"/>
        <p:cNvGrpSpPr/>
        <p:nvPr/>
      </p:nvGrpSpPr>
      <p:grpSpPr>
        <a:xfrm>
          <a:off x="0" y="0"/>
          <a:ext cx="0" cy="0"/>
          <a:chOff x="0" y="0"/>
          <a:chExt cx="0" cy="0"/>
        </a:xfrm>
      </p:grpSpPr>
      <p:pic>
        <p:nvPicPr>
          <p:cNvPr id="69" name="Google Shape;69;p28"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70" name="Google Shape;70;p28"/>
          <p:cNvSpPr txBox="1">
            <a:spLocks noGrp="1"/>
          </p:cNvSpPr>
          <p:nvPr>
            <p:ph type="title"/>
          </p:nvPr>
        </p:nvSpPr>
        <p:spPr>
          <a:xfrm>
            <a:off x="685800" y="1600200"/>
            <a:ext cx="6164653" cy="13716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800"/>
              <a:buFont typeface="Calibri"/>
              <a:buNone/>
              <a:defRPr sz="28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8"/>
          <p:cNvSpPr>
            <a:spLocks noGrp="1"/>
          </p:cNvSpPr>
          <p:nvPr>
            <p:ph type="pic" idx="2"/>
          </p:nvPr>
        </p:nvSpPr>
        <p:spPr>
          <a:xfrm>
            <a:off x="7536253" y="914400"/>
            <a:ext cx="3280974" cy="4572000"/>
          </a:xfrm>
          <a:prstGeom prst="roundRect">
            <a:avLst>
              <a:gd name="adj" fmla="val 4280"/>
            </a:avLst>
          </a:prstGeom>
          <a:noFill/>
          <a:ln w="50800" cap="sq" cmpd="dbl">
            <a:solidFill>
              <a:srgbClr val="FFFFFF"/>
            </a:solidFill>
            <a:prstDash val="solid"/>
            <a:miter lim="800000"/>
            <a:headEnd type="none" w="sm" len="sm"/>
            <a:tailEnd type="none" w="sm" len="sm"/>
          </a:ln>
          <a:effectLst>
            <a:outerShdw blurRad="254000" algn="tl" rotWithShape="0">
              <a:srgbClr val="000000">
                <a:alpha val="42745"/>
              </a:srgbClr>
            </a:outerShdw>
          </a:effectLst>
        </p:spPr>
        <p:txBody>
          <a:bodyPr spcFirstLastPara="1" wrap="square" lIns="91425" tIns="45700" rIns="91425" bIns="45700" anchor="t" anchorCtr="0">
            <a:normAutofit/>
          </a:bodyPr>
          <a:lstStyle>
            <a:lvl1pPr marR="0" lvl="0" algn="ctr" rtl="0">
              <a:spcBef>
                <a:spcPts val="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1pPr>
            <a:lvl2pPr marR="0" lvl="1"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2pPr>
            <a:lvl3pPr marR="0" lvl="2"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3pPr>
            <a:lvl4pPr marR="0" lvl="3"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4pPr>
            <a:lvl5pPr marR="0" lvl="4"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5pPr>
            <a:lvl6pPr marR="0" lvl="5"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6pPr>
            <a:lvl7pPr marR="0" lvl="6"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7pPr>
            <a:lvl8pPr marR="0" lvl="7"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8pPr>
            <a:lvl9pPr marR="0" lvl="8" algn="l" rtl="0">
              <a:spcBef>
                <a:spcPts val="1000"/>
              </a:spcBef>
              <a:spcAft>
                <a:spcPts val="1000"/>
              </a:spcAft>
              <a:buClr>
                <a:schemeClr val="lt1"/>
              </a:buClr>
              <a:buSzPts val="1600"/>
              <a:buFont typeface="Arial"/>
              <a:buNone/>
              <a:defRPr sz="1600" b="0" i="0" u="none" strike="noStrike" cap="none">
                <a:solidFill>
                  <a:schemeClr val="lt1"/>
                </a:solidFill>
                <a:latin typeface="Calibri"/>
                <a:ea typeface="Calibri"/>
                <a:cs typeface="Calibri"/>
                <a:sym typeface="Calibri"/>
              </a:defRPr>
            </a:lvl9pPr>
          </a:lstStyle>
          <a:p>
            <a:endParaRPr/>
          </a:p>
        </p:txBody>
      </p:sp>
      <p:sp>
        <p:nvSpPr>
          <p:cNvPr id="72" name="Google Shape;72;p28"/>
          <p:cNvSpPr txBox="1">
            <a:spLocks noGrp="1"/>
          </p:cNvSpPr>
          <p:nvPr>
            <p:ph type="body" idx="1"/>
          </p:nvPr>
        </p:nvSpPr>
        <p:spPr>
          <a:xfrm>
            <a:off x="685800" y="2971800"/>
            <a:ext cx="6164653" cy="1828800"/>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800"/>
              <a:buNone/>
              <a:defRPr sz="1800"/>
            </a:lvl1pPr>
            <a:lvl2pPr marL="914400" lvl="1" indent="-228600" algn="l">
              <a:spcBef>
                <a:spcPts val="1000"/>
              </a:spcBef>
              <a:spcAft>
                <a:spcPts val="0"/>
              </a:spcAft>
              <a:buSzPts val="1200"/>
              <a:buNone/>
              <a:defRPr sz="1200"/>
            </a:lvl2pPr>
            <a:lvl3pPr marL="1371600" lvl="2" indent="-228600" algn="l">
              <a:spcBef>
                <a:spcPts val="1000"/>
              </a:spcBef>
              <a:spcAft>
                <a:spcPts val="0"/>
              </a:spcAft>
              <a:buSzPts val="1000"/>
              <a:buNone/>
              <a:defRPr sz="1000"/>
            </a:lvl3pPr>
            <a:lvl4pPr marL="1828800" lvl="3" indent="-228600" algn="l">
              <a:spcBef>
                <a:spcPts val="1000"/>
              </a:spcBef>
              <a:spcAft>
                <a:spcPts val="0"/>
              </a:spcAft>
              <a:buSzPts val="900"/>
              <a:buNone/>
              <a:defRPr sz="900"/>
            </a:lvl4pPr>
            <a:lvl5pPr marL="2286000" lvl="4" indent="-228600" algn="l">
              <a:spcBef>
                <a:spcPts val="1000"/>
              </a:spcBef>
              <a:spcAft>
                <a:spcPts val="0"/>
              </a:spcAft>
              <a:buSzPts val="900"/>
              <a:buNone/>
              <a:defRPr sz="900"/>
            </a:lvl5pPr>
            <a:lvl6pPr marL="2743200" lvl="5" indent="-228600" algn="l">
              <a:spcBef>
                <a:spcPts val="1000"/>
              </a:spcBef>
              <a:spcAft>
                <a:spcPts val="0"/>
              </a:spcAft>
              <a:buSzPts val="900"/>
              <a:buNone/>
              <a:defRPr sz="900"/>
            </a:lvl6pPr>
            <a:lvl7pPr marL="3200400" lvl="6" indent="-228600" algn="l">
              <a:spcBef>
                <a:spcPts val="1000"/>
              </a:spcBef>
              <a:spcAft>
                <a:spcPts val="0"/>
              </a:spcAft>
              <a:buSzPts val="900"/>
              <a:buNone/>
              <a:defRPr sz="900"/>
            </a:lvl7pPr>
            <a:lvl8pPr marL="3657600" lvl="7" indent="-228600" algn="l">
              <a:spcBef>
                <a:spcPts val="1000"/>
              </a:spcBef>
              <a:spcAft>
                <a:spcPts val="0"/>
              </a:spcAft>
              <a:buSzPts val="900"/>
              <a:buNone/>
              <a:defRPr sz="900"/>
            </a:lvl8pPr>
            <a:lvl9pPr marL="4114800" lvl="8" indent="-228600" algn="l">
              <a:spcBef>
                <a:spcPts val="1000"/>
              </a:spcBef>
              <a:spcAft>
                <a:spcPts val="1000"/>
              </a:spcAft>
              <a:buSzPts val="900"/>
              <a:buNone/>
              <a:defRPr sz="900"/>
            </a:lvl9pPr>
          </a:lstStyle>
          <a:p>
            <a:endParaRPr/>
          </a:p>
        </p:txBody>
      </p:sp>
      <p:sp>
        <p:nvSpPr>
          <p:cNvPr id="73" name="Google Shape;73;p28"/>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8"/>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8"/>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6"/>
        <p:cNvGrpSpPr/>
        <p:nvPr/>
      </p:nvGrpSpPr>
      <p:grpSpPr>
        <a:xfrm>
          <a:off x="0" y="0"/>
          <a:ext cx="0" cy="0"/>
          <a:chOff x="0" y="0"/>
          <a:chExt cx="0" cy="0"/>
        </a:xfrm>
      </p:grpSpPr>
      <p:pic>
        <p:nvPicPr>
          <p:cNvPr id="77" name="Google Shape;77;p29"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78" name="Google Shape;78;p29"/>
          <p:cNvSpPr txBox="1">
            <a:spLocks noGrp="1"/>
          </p:cNvSpPr>
          <p:nvPr>
            <p:ph type="title"/>
          </p:nvPr>
        </p:nvSpPr>
        <p:spPr>
          <a:xfrm>
            <a:off x="685800" y="4732865"/>
            <a:ext cx="1013142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2400"/>
              <a:buFont typeface="Calibri"/>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9"/>
          <p:cNvSpPr>
            <a:spLocks noGrp="1"/>
          </p:cNvSpPr>
          <p:nvPr>
            <p:ph type="pic" idx="2"/>
          </p:nvPr>
        </p:nvSpPr>
        <p:spPr>
          <a:xfrm>
            <a:off x="1371600" y="932112"/>
            <a:ext cx="8759827" cy="3164976"/>
          </a:xfrm>
          <a:prstGeom prst="roundRect">
            <a:avLst>
              <a:gd name="adj" fmla="val 4380"/>
            </a:avLst>
          </a:prstGeom>
          <a:noFill/>
          <a:ln w="50800" cap="sq" cmpd="dbl">
            <a:solidFill>
              <a:srgbClr val="FFFFFF"/>
            </a:solidFill>
            <a:prstDash val="solid"/>
            <a:miter lim="800000"/>
            <a:headEnd type="none" w="sm" len="sm"/>
            <a:tailEnd type="none" w="sm" len="sm"/>
          </a:ln>
          <a:effectLst>
            <a:outerShdw blurRad="254000" algn="tl" rotWithShape="0">
              <a:srgbClr val="000000">
                <a:alpha val="42745"/>
              </a:srgbClr>
            </a:outerShdw>
          </a:effectLst>
        </p:spPr>
        <p:txBody>
          <a:bodyPr spcFirstLastPara="1" wrap="square" lIns="91425" tIns="45700" rIns="91425" bIns="45700" anchor="t" anchorCtr="0">
            <a:normAutofit/>
          </a:bodyPr>
          <a:lstStyle>
            <a:lvl1pPr marR="0" lvl="0" algn="ctr" rtl="0">
              <a:spcBef>
                <a:spcPts val="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1pPr>
            <a:lvl2pPr marR="0" lvl="1"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2pPr>
            <a:lvl3pPr marR="0" lvl="2"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3pPr>
            <a:lvl4pPr marR="0" lvl="3"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4pPr>
            <a:lvl5pPr marR="0" lvl="4"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5pPr>
            <a:lvl6pPr marR="0" lvl="5"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6pPr>
            <a:lvl7pPr marR="0" lvl="6"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7pPr>
            <a:lvl8pPr marR="0" lvl="7" algn="l" rtl="0">
              <a:spcBef>
                <a:spcPts val="1000"/>
              </a:spcBef>
              <a:spcAft>
                <a:spcPts val="0"/>
              </a:spcAft>
              <a:buClr>
                <a:schemeClr val="lt1"/>
              </a:buClr>
              <a:buSzPts val="1600"/>
              <a:buFont typeface="Arial"/>
              <a:buNone/>
              <a:defRPr sz="1600" b="0" i="0" u="none" strike="noStrike" cap="none">
                <a:solidFill>
                  <a:schemeClr val="lt1"/>
                </a:solidFill>
                <a:latin typeface="Calibri"/>
                <a:ea typeface="Calibri"/>
                <a:cs typeface="Calibri"/>
                <a:sym typeface="Calibri"/>
              </a:defRPr>
            </a:lvl8pPr>
            <a:lvl9pPr marR="0" lvl="8" algn="l" rtl="0">
              <a:spcBef>
                <a:spcPts val="1000"/>
              </a:spcBef>
              <a:spcAft>
                <a:spcPts val="1000"/>
              </a:spcAft>
              <a:buClr>
                <a:schemeClr val="lt1"/>
              </a:buClr>
              <a:buSzPts val="1600"/>
              <a:buFont typeface="Arial"/>
              <a:buNone/>
              <a:defRPr sz="1600" b="0" i="0" u="none" strike="noStrike" cap="none">
                <a:solidFill>
                  <a:schemeClr val="lt1"/>
                </a:solidFill>
                <a:latin typeface="Calibri"/>
                <a:ea typeface="Calibri"/>
                <a:cs typeface="Calibri"/>
                <a:sym typeface="Calibri"/>
              </a:defRPr>
            </a:lvl9pPr>
          </a:lstStyle>
          <a:p>
            <a:endParaRPr/>
          </a:p>
        </p:txBody>
      </p:sp>
      <p:sp>
        <p:nvSpPr>
          <p:cNvPr id="80" name="Google Shape;80;p29"/>
          <p:cNvSpPr txBox="1">
            <a:spLocks noGrp="1"/>
          </p:cNvSpPr>
          <p:nvPr>
            <p:ph type="body" idx="1"/>
          </p:nvPr>
        </p:nvSpPr>
        <p:spPr>
          <a:xfrm>
            <a:off x="685800" y="5299603"/>
            <a:ext cx="10131427"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400"/>
              <a:buNone/>
              <a:defRPr sz="1400"/>
            </a:lvl1pPr>
            <a:lvl2pPr marL="914400" lvl="1" indent="-228600" algn="l">
              <a:spcBef>
                <a:spcPts val="1000"/>
              </a:spcBef>
              <a:spcAft>
                <a:spcPts val="0"/>
              </a:spcAft>
              <a:buSzPts val="1200"/>
              <a:buNone/>
              <a:defRPr sz="1200"/>
            </a:lvl2pPr>
            <a:lvl3pPr marL="1371600" lvl="2" indent="-228600" algn="l">
              <a:spcBef>
                <a:spcPts val="1000"/>
              </a:spcBef>
              <a:spcAft>
                <a:spcPts val="0"/>
              </a:spcAft>
              <a:buSzPts val="1000"/>
              <a:buNone/>
              <a:defRPr sz="1000"/>
            </a:lvl3pPr>
            <a:lvl4pPr marL="1828800" lvl="3" indent="-228600" algn="l">
              <a:spcBef>
                <a:spcPts val="1000"/>
              </a:spcBef>
              <a:spcAft>
                <a:spcPts val="0"/>
              </a:spcAft>
              <a:buSzPts val="900"/>
              <a:buNone/>
              <a:defRPr sz="900"/>
            </a:lvl4pPr>
            <a:lvl5pPr marL="2286000" lvl="4" indent="-228600" algn="l">
              <a:spcBef>
                <a:spcPts val="1000"/>
              </a:spcBef>
              <a:spcAft>
                <a:spcPts val="0"/>
              </a:spcAft>
              <a:buSzPts val="900"/>
              <a:buNone/>
              <a:defRPr sz="900"/>
            </a:lvl5pPr>
            <a:lvl6pPr marL="2743200" lvl="5" indent="-228600" algn="l">
              <a:spcBef>
                <a:spcPts val="1000"/>
              </a:spcBef>
              <a:spcAft>
                <a:spcPts val="0"/>
              </a:spcAft>
              <a:buSzPts val="900"/>
              <a:buNone/>
              <a:defRPr sz="900"/>
            </a:lvl6pPr>
            <a:lvl7pPr marL="3200400" lvl="6" indent="-228600" algn="l">
              <a:spcBef>
                <a:spcPts val="1000"/>
              </a:spcBef>
              <a:spcAft>
                <a:spcPts val="0"/>
              </a:spcAft>
              <a:buSzPts val="900"/>
              <a:buNone/>
              <a:defRPr sz="900"/>
            </a:lvl7pPr>
            <a:lvl8pPr marL="3657600" lvl="7" indent="-228600" algn="l">
              <a:spcBef>
                <a:spcPts val="1000"/>
              </a:spcBef>
              <a:spcAft>
                <a:spcPts val="0"/>
              </a:spcAft>
              <a:buSzPts val="900"/>
              <a:buNone/>
              <a:defRPr sz="900"/>
            </a:lvl8pPr>
            <a:lvl9pPr marL="4114800" lvl="8" indent="-228600" algn="l">
              <a:spcBef>
                <a:spcPts val="1000"/>
              </a:spcBef>
              <a:spcAft>
                <a:spcPts val="1000"/>
              </a:spcAft>
              <a:buSzPts val="900"/>
              <a:buNone/>
              <a:defRPr sz="900"/>
            </a:lvl9pPr>
          </a:lstStyle>
          <a:p>
            <a:endParaRPr/>
          </a:p>
        </p:txBody>
      </p:sp>
      <p:sp>
        <p:nvSpPr>
          <p:cNvPr id="81" name="Google Shape;81;p29"/>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9"/>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9"/>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84"/>
        <p:cNvGrpSpPr/>
        <p:nvPr/>
      </p:nvGrpSpPr>
      <p:grpSpPr>
        <a:xfrm>
          <a:off x="0" y="0"/>
          <a:ext cx="0" cy="0"/>
          <a:chOff x="0" y="0"/>
          <a:chExt cx="0" cy="0"/>
        </a:xfrm>
      </p:grpSpPr>
      <p:pic>
        <p:nvPicPr>
          <p:cNvPr id="85" name="Google Shape;85;p30"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86" name="Google Shape;86;p30"/>
          <p:cNvSpPr txBox="1">
            <a:spLocks noGrp="1"/>
          </p:cNvSpPr>
          <p:nvPr>
            <p:ph type="title"/>
          </p:nvPr>
        </p:nvSpPr>
        <p:spPr>
          <a:xfrm>
            <a:off x="685801" y="609601"/>
            <a:ext cx="10131427" cy="3124199"/>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200"/>
              <a:buFont typeface="Calibri"/>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7" name="Google Shape;87;p30"/>
          <p:cNvSpPr txBox="1">
            <a:spLocks noGrp="1"/>
          </p:cNvSpPr>
          <p:nvPr>
            <p:ph type="body" idx="1"/>
          </p:nvPr>
        </p:nvSpPr>
        <p:spPr>
          <a:xfrm>
            <a:off x="685800" y="4343400"/>
            <a:ext cx="10131428" cy="1447800"/>
          </a:xfrm>
          <a:prstGeom prst="rect">
            <a:avLst/>
          </a:prstGeom>
          <a:noFill/>
          <a:ln>
            <a:noFill/>
          </a:ln>
        </p:spPr>
        <p:txBody>
          <a:bodyPr spcFirstLastPara="1" wrap="square" lIns="91425" tIns="45700" rIns="91425" bIns="45700" anchor="ctr" anchorCtr="0">
            <a:normAutofit/>
          </a:bodyPr>
          <a:lstStyle>
            <a:lvl1pPr marL="457200" lvl="0" indent="-228600" algn="l">
              <a:spcBef>
                <a:spcPts val="0"/>
              </a:spcBef>
              <a:spcAft>
                <a:spcPts val="0"/>
              </a:spcAft>
              <a:buSzPts val="2000"/>
              <a:buNone/>
              <a:defRPr sz="2000">
                <a:solidFill>
                  <a:schemeClr val="lt1"/>
                </a:solidFill>
              </a:defRPr>
            </a:lvl1pPr>
            <a:lvl2pPr marL="914400" lvl="1" indent="-228600" algn="l">
              <a:spcBef>
                <a:spcPts val="1000"/>
              </a:spcBef>
              <a:spcAft>
                <a:spcPts val="0"/>
              </a:spcAft>
              <a:buSzPts val="1800"/>
              <a:buNone/>
              <a:defRPr sz="1800">
                <a:solidFill>
                  <a:schemeClr val="lt1"/>
                </a:solidFill>
              </a:defRPr>
            </a:lvl2pPr>
            <a:lvl3pPr marL="1371600" lvl="2" indent="-228600" algn="l">
              <a:spcBef>
                <a:spcPts val="1000"/>
              </a:spcBef>
              <a:spcAft>
                <a:spcPts val="0"/>
              </a:spcAft>
              <a:buSzPts val="1600"/>
              <a:buNone/>
              <a:defRPr sz="1600">
                <a:solidFill>
                  <a:schemeClr val="lt1"/>
                </a:solidFill>
              </a:defRPr>
            </a:lvl3pPr>
            <a:lvl4pPr marL="1828800" lvl="3" indent="-228600" algn="l">
              <a:spcBef>
                <a:spcPts val="1000"/>
              </a:spcBef>
              <a:spcAft>
                <a:spcPts val="0"/>
              </a:spcAft>
              <a:buSzPts val="1400"/>
              <a:buNone/>
              <a:defRPr sz="1400">
                <a:solidFill>
                  <a:schemeClr val="lt1"/>
                </a:solidFill>
              </a:defRPr>
            </a:lvl4pPr>
            <a:lvl5pPr marL="2286000" lvl="4" indent="-228600" algn="l">
              <a:spcBef>
                <a:spcPts val="1000"/>
              </a:spcBef>
              <a:spcAft>
                <a:spcPts val="0"/>
              </a:spcAft>
              <a:buSzPts val="1400"/>
              <a:buNone/>
              <a:defRPr sz="1400">
                <a:solidFill>
                  <a:schemeClr val="lt1"/>
                </a:solidFill>
              </a:defRPr>
            </a:lvl5pPr>
            <a:lvl6pPr marL="2743200" lvl="5" indent="-228600" algn="l">
              <a:spcBef>
                <a:spcPts val="1000"/>
              </a:spcBef>
              <a:spcAft>
                <a:spcPts val="0"/>
              </a:spcAft>
              <a:buSzPts val="1400"/>
              <a:buNone/>
              <a:defRPr sz="1400">
                <a:solidFill>
                  <a:schemeClr val="lt1"/>
                </a:solidFill>
              </a:defRPr>
            </a:lvl6pPr>
            <a:lvl7pPr marL="3200400" lvl="6" indent="-228600" algn="l">
              <a:spcBef>
                <a:spcPts val="1000"/>
              </a:spcBef>
              <a:spcAft>
                <a:spcPts val="0"/>
              </a:spcAft>
              <a:buSzPts val="1400"/>
              <a:buNone/>
              <a:defRPr sz="1400">
                <a:solidFill>
                  <a:schemeClr val="lt1"/>
                </a:solidFill>
              </a:defRPr>
            </a:lvl7pPr>
            <a:lvl8pPr marL="3657600" lvl="7" indent="-228600" algn="l">
              <a:spcBef>
                <a:spcPts val="1000"/>
              </a:spcBef>
              <a:spcAft>
                <a:spcPts val="0"/>
              </a:spcAft>
              <a:buSzPts val="1400"/>
              <a:buNone/>
              <a:defRPr sz="1400">
                <a:solidFill>
                  <a:schemeClr val="lt1"/>
                </a:solidFill>
              </a:defRPr>
            </a:lvl8pPr>
            <a:lvl9pPr marL="4114800" lvl="8" indent="-228600" algn="l">
              <a:spcBef>
                <a:spcPts val="1000"/>
              </a:spcBef>
              <a:spcAft>
                <a:spcPts val="1000"/>
              </a:spcAft>
              <a:buSzPts val="1400"/>
              <a:buNone/>
              <a:defRPr sz="1400">
                <a:solidFill>
                  <a:schemeClr val="lt1"/>
                </a:solidFill>
              </a:defRPr>
            </a:lvl9pPr>
          </a:lstStyle>
          <a:p>
            <a:endParaRPr/>
          </a:p>
        </p:txBody>
      </p:sp>
      <p:sp>
        <p:nvSpPr>
          <p:cNvPr id="88" name="Google Shape;88;p30"/>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30"/>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30"/>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91"/>
        <p:cNvGrpSpPr/>
        <p:nvPr/>
      </p:nvGrpSpPr>
      <p:grpSpPr>
        <a:xfrm>
          <a:off x="0" y="0"/>
          <a:ext cx="0" cy="0"/>
          <a:chOff x="0" y="0"/>
          <a:chExt cx="0" cy="0"/>
        </a:xfrm>
      </p:grpSpPr>
      <p:pic>
        <p:nvPicPr>
          <p:cNvPr id="92" name="Google Shape;92;p31"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93" name="Google Shape;93;p31"/>
          <p:cNvSpPr txBox="1"/>
          <p:nvPr/>
        </p:nvSpPr>
        <p:spPr>
          <a:xfrm>
            <a:off x="10237867" y="2743200"/>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lt1"/>
              </a:buClr>
              <a:buSzPts val="8000"/>
              <a:buFont typeface="Calibri"/>
              <a:buNone/>
            </a:pPr>
            <a:r>
              <a:rPr lang="en-US" sz="8000" b="0" cap="none">
                <a:solidFill>
                  <a:schemeClr val="lt1"/>
                </a:solidFill>
                <a:latin typeface="Calibri"/>
                <a:ea typeface="Calibri"/>
                <a:cs typeface="Calibri"/>
                <a:sym typeface="Calibri"/>
              </a:rPr>
              <a:t>”</a:t>
            </a:r>
            <a:endParaRPr/>
          </a:p>
        </p:txBody>
      </p:sp>
      <p:sp>
        <p:nvSpPr>
          <p:cNvPr id="94" name="Google Shape;94;p31"/>
          <p:cNvSpPr txBox="1"/>
          <p:nvPr/>
        </p:nvSpPr>
        <p:spPr>
          <a:xfrm>
            <a:off x="488275" y="823337"/>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lt1"/>
              </a:buClr>
              <a:buSzPts val="8000"/>
              <a:buFont typeface="Calibri"/>
              <a:buNone/>
            </a:pPr>
            <a:r>
              <a:rPr lang="en-US" sz="8000" b="0" cap="none">
                <a:solidFill>
                  <a:schemeClr val="lt1"/>
                </a:solidFill>
                <a:latin typeface="Calibri"/>
                <a:ea typeface="Calibri"/>
                <a:cs typeface="Calibri"/>
                <a:sym typeface="Calibri"/>
              </a:rPr>
              <a:t>“</a:t>
            </a:r>
            <a:endParaRPr/>
          </a:p>
        </p:txBody>
      </p:sp>
      <p:sp>
        <p:nvSpPr>
          <p:cNvPr id="95" name="Google Shape;95;p31"/>
          <p:cNvSpPr txBox="1">
            <a:spLocks noGrp="1"/>
          </p:cNvSpPr>
          <p:nvPr>
            <p:ph type="title"/>
          </p:nvPr>
        </p:nvSpPr>
        <p:spPr>
          <a:xfrm>
            <a:off x="992267" y="609601"/>
            <a:ext cx="9550399" cy="2743199"/>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200"/>
              <a:buFont typeface="Calibri"/>
              <a:buNone/>
              <a:defRPr sz="3200" b="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31"/>
          <p:cNvSpPr txBox="1">
            <a:spLocks noGrp="1"/>
          </p:cNvSpPr>
          <p:nvPr>
            <p:ph type="body" idx="1"/>
          </p:nvPr>
        </p:nvSpPr>
        <p:spPr>
          <a:xfrm>
            <a:off x="1097875" y="3352800"/>
            <a:ext cx="9339184" cy="381000"/>
          </a:xfrm>
          <a:prstGeom prst="rect">
            <a:avLst/>
          </a:prstGeom>
          <a:noFill/>
          <a:ln>
            <a:noFill/>
          </a:ln>
        </p:spPr>
        <p:txBody>
          <a:bodyPr spcFirstLastPara="1" wrap="square" lIns="91425" tIns="45700" rIns="91425" bIns="45700" anchor="ctr" anchorCtr="0">
            <a:normAutofit/>
          </a:bodyPr>
          <a:lstStyle>
            <a:lvl1pPr marL="457200" lvl="0" indent="-228600" algn="l">
              <a:spcBef>
                <a:spcPts val="0"/>
              </a:spcBef>
              <a:spcAft>
                <a:spcPts val="0"/>
              </a:spcAft>
              <a:buSzPts val="1800"/>
              <a:buFont typeface="Calibri"/>
              <a:buNone/>
              <a:defRPr/>
            </a:lvl1pPr>
            <a:lvl2pPr marL="914400" lvl="1" indent="-228600" algn="l">
              <a:spcBef>
                <a:spcPts val="1000"/>
              </a:spcBef>
              <a:spcAft>
                <a:spcPts val="0"/>
              </a:spcAft>
              <a:buSzPts val="1600"/>
              <a:buFont typeface="Calibri"/>
              <a:buNone/>
              <a:defRPr/>
            </a:lvl2pPr>
            <a:lvl3pPr marL="1371600" lvl="2" indent="-228600" algn="l">
              <a:spcBef>
                <a:spcPts val="1000"/>
              </a:spcBef>
              <a:spcAft>
                <a:spcPts val="0"/>
              </a:spcAft>
              <a:buSzPts val="1400"/>
              <a:buFont typeface="Calibri"/>
              <a:buNone/>
              <a:defRPr/>
            </a:lvl3pPr>
            <a:lvl4pPr marL="1828800" lvl="3" indent="-228600" algn="l">
              <a:spcBef>
                <a:spcPts val="1000"/>
              </a:spcBef>
              <a:spcAft>
                <a:spcPts val="0"/>
              </a:spcAft>
              <a:buSzPts val="1200"/>
              <a:buFont typeface="Calibri"/>
              <a:buNone/>
              <a:defRPr/>
            </a:lvl4pPr>
            <a:lvl5pPr marL="2286000" lvl="4" indent="-228600" algn="l">
              <a:spcBef>
                <a:spcPts val="1000"/>
              </a:spcBef>
              <a:spcAft>
                <a:spcPts val="0"/>
              </a:spcAft>
              <a:buSzPts val="1200"/>
              <a:buFont typeface="Calibri"/>
              <a:buNone/>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1000"/>
              </a:spcAft>
              <a:buSzPts val="1800"/>
              <a:buChar char="•"/>
              <a:defRPr/>
            </a:lvl9pPr>
          </a:lstStyle>
          <a:p>
            <a:endParaRPr/>
          </a:p>
        </p:txBody>
      </p:sp>
      <p:sp>
        <p:nvSpPr>
          <p:cNvPr id="97" name="Google Shape;97;p31"/>
          <p:cNvSpPr txBox="1">
            <a:spLocks noGrp="1"/>
          </p:cNvSpPr>
          <p:nvPr>
            <p:ph type="body" idx="2"/>
          </p:nvPr>
        </p:nvSpPr>
        <p:spPr>
          <a:xfrm>
            <a:off x="687465" y="4343400"/>
            <a:ext cx="10152367" cy="1447800"/>
          </a:xfrm>
          <a:prstGeom prst="rect">
            <a:avLst/>
          </a:prstGeom>
          <a:noFill/>
          <a:ln>
            <a:noFill/>
          </a:ln>
        </p:spPr>
        <p:txBody>
          <a:bodyPr spcFirstLastPara="1" wrap="square" lIns="91425" tIns="45700" rIns="91425" bIns="45700" anchor="ctr" anchorCtr="0">
            <a:normAutofit/>
          </a:bodyPr>
          <a:lstStyle>
            <a:lvl1pPr marL="457200" lvl="0" indent="-228600" algn="l">
              <a:spcBef>
                <a:spcPts val="0"/>
              </a:spcBef>
              <a:spcAft>
                <a:spcPts val="0"/>
              </a:spcAft>
              <a:buSzPts val="2000"/>
              <a:buNone/>
              <a:defRPr sz="2000">
                <a:solidFill>
                  <a:schemeClr val="lt1"/>
                </a:solidFill>
              </a:defRPr>
            </a:lvl1pPr>
            <a:lvl2pPr marL="914400" lvl="1" indent="-228600" algn="l">
              <a:spcBef>
                <a:spcPts val="1000"/>
              </a:spcBef>
              <a:spcAft>
                <a:spcPts val="0"/>
              </a:spcAft>
              <a:buSzPts val="1800"/>
              <a:buNone/>
              <a:defRPr sz="1800">
                <a:solidFill>
                  <a:schemeClr val="lt1"/>
                </a:solidFill>
              </a:defRPr>
            </a:lvl2pPr>
            <a:lvl3pPr marL="1371600" lvl="2" indent="-228600" algn="l">
              <a:spcBef>
                <a:spcPts val="1000"/>
              </a:spcBef>
              <a:spcAft>
                <a:spcPts val="0"/>
              </a:spcAft>
              <a:buSzPts val="1600"/>
              <a:buNone/>
              <a:defRPr sz="1600">
                <a:solidFill>
                  <a:schemeClr val="lt1"/>
                </a:solidFill>
              </a:defRPr>
            </a:lvl3pPr>
            <a:lvl4pPr marL="1828800" lvl="3" indent="-228600" algn="l">
              <a:spcBef>
                <a:spcPts val="1000"/>
              </a:spcBef>
              <a:spcAft>
                <a:spcPts val="0"/>
              </a:spcAft>
              <a:buSzPts val="1400"/>
              <a:buNone/>
              <a:defRPr sz="1400">
                <a:solidFill>
                  <a:schemeClr val="lt1"/>
                </a:solidFill>
              </a:defRPr>
            </a:lvl4pPr>
            <a:lvl5pPr marL="2286000" lvl="4" indent="-228600" algn="l">
              <a:spcBef>
                <a:spcPts val="1000"/>
              </a:spcBef>
              <a:spcAft>
                <a:spcPts val="0"/>
              </a:spcAft>
              <a:buSzPts val="1400"/>
              <a:buNone/>
              <a:defRPr sz="1400">
                <a:solidFill>
                  <a:schemeClr val="lt1"/>
                </a:solidFill>
              </a:defRPr>
            </a:lvl5pPr>
            <a:lvl6pPr marL="2743200" lvl="5" indent="-228600" algn="l">
              <a:spcBef>
                <a:spcPts val="1000"/>
              </a:spcBef>
              <a:spcAft>
                <a:spcPts val="0"/>
              </a:spcAft>
              <a:buSzPts val="1400"/>
              <a:buNone/>
              <a:defRPr sz="1400">
                <a:solidFill>
                  <a:schemeClr val="lt1"/>
                </a:solidFill>
              </a:defRPr>
            </a:lvl6pPr>
            <a:lvl7pPr marL="3200400" lvl="6" indent="-228600" algn="l">
              <a:spcBef>
                <a:spcPts val="1000"/>
              </a:spcBef>
              <a:spcAft>
                <a:spcPts val="0"/>
              </a:spcAft>
              <a:buSzPts val="1400"/>
              <a:buNone/>
              <a:defRPr sz="1400">
                <a:solidFill>
                  <a:schemeClr val="lt1"/>
                </a:solidFill>
              </a:defRPr>
            </a:lvl7pPr>
            <a:lvl8pPr marL="3657600" lvl="7" indent="-228600" algn="l">
              <a:spcBef>
                <a:spcPts val="1000"/>
              </a:spcBef>
              <a:spcAft>
                <a:spcPts val="0"/>
              </a:spcAft>
              <a:buSzPts val="1400"/>
              <a:buNone/>
              <a:defRPr sz="1400">
                <a:solidFill>
                  <a:schemeClr val="lt1"/>
                </a:solidFill>
              </a:defRPr>
            </a:lvl8pPr>
            <a:lvl9pPr marL="4114800" lvl="8" indent="-228600" algn="l">
              <a:spcBef>
                <a:spcPts val="1000"/>
              </a:spcBef>
              <a:spcAft>
                <a:spcPts val="1000"/>
              </a:spcAft>
              <a:buSzPts val="1400"/>
              <a:buNone/>
              <a:defRPr sz="1400">
                <a:solidFill>
                  <a:schemeClr val="lt1"/>
                </a:solidFill>
              </a:defRPr>
            </a:lvl9pPr>
          </a:lstStyle>
          <a:p>
            <a:endParaRPr/>
          </a:p>
        </p:txBody>
      </p:sp>
      <p:sp>
        <p:nvSpPr>
          <p:cNvPr id="98" name="Google Shape;98;p31"/>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31"/>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31"/>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101"/>
        <p:cNvGrpSpPr/>
        <p:nvPr/>
      </p:nvGrpSpPr>
      <p:grpSpPr>
        <a:xfrm>
          <a:off x="0" y="0"/>
          <a:ext cx="0" cy="0"/>
          <a:chOff x="0" y="0"/>
          <a:chExt cx="0" cy="0"/>
        </a:xfrm>
      </p:grpSpPr>
      <p:pic>
        <p:nvPicPr>
          <p:cNvPr id="102" name="Google Shape;102;p32"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03" name="Google Shape;103;p32"/>
          <p:cNvSpPr txBox="1">
            <a:spLocks noGrp="1"/>
          </p:cNvSpPr>
          <p:nvPr>
            <p:ph type="title"/>
          </p:nvPr>
        </p:nvSpPr>
        <p:spPr>
          <a:xfrm>
            <a:off x="685802" y="3308581"/>
            <a:ext cx="10131425" cy="14688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1"/>
              </a:buClr>
              <a:buSzPts val="3200"/>
              <a:buFont typeface="Calibri"/>
              <a:buNone/>
              <a:defRPr sz="32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32"/>
          <p:cNvSpPr txBox="1">
            <a:spLocks noGrp="1"/>
          </p:cNvSpPr>
          <p:nvPr>
            <p:ph type="body" idx="1"/>
          </p:nvPr>
        </p:nvSpPr>
        <p:spPr>
          <a:xfrm>
            <a:off x="685801" y="4777381"/>
            <a:ext cx="10131426"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2000"/>
              <a:buNone/>
              <a:defRPr sz="2000">
                <a:solidFill>
                  <a:schemeClr val="lt1"/>
                </a:solidFill>
              </a:defRPr>
            </a:lvl1pPr>
            <a:lvl2pPr marL="914400" lvl="1" indent="-228600" algn="l">
              <a:spcBef>
                <a:spcPts val="1000"/>
              </a:spcBef>
              <a:spcAft>
                <a:spcPts val="0"/>
              </a:spcAft>
              <a:buSzPts val="1800"/>
              <a:buNone/>
              <a:defRPr sz="1800">
                <a:solidFill>
                  <a:schemeClr val="lt1"/>
                </a:solidFill>
              </a:defRPr>
            </a:lvl2pPr>
            <a:lvl3pPr marL="1371600" lvl="2" indent="-228600" algn="l">
              <a:spcBef>
                <a:spcPts val="1000"/>
              </a:spcBef>
              <a:spcAft>
                <a:spcPts val="0"/>
              </a:spcAft>
              <a:buSzPts val="1600"/>
              <a:buNone/>
              <a:defRPr sz="1600">
                <a:solidFill>
                  <a:schemeClr val="lt1"/>
                </a:solidFill>
              </a:defRPr>
            </a:lvl3pPr>
            <a:lvl4pPr marL="1828800" lvl="3" indent="-228600" algn="l">
              <a:spcBef>
                <a:spcPts val="1000"/>
              </a:spcBef>
              <a:spcAft>
                <a:spcPts val="0"/>
              </a:spcAft>
              <a:buSzPts val="1400"/>
              <a:buNone/>
              <a:defRPr sz="1400">
                <a:solidFill>
                  <a:schemeClr val="lt1"/>
                </a:solidFill>
              </a:defRPr>
            </a:lvl4pPr>
            <a:lvl5pPr marL="2286000" lvl="4" indent="-228600" algn="l">
              <a:spcBef>
                <a:spcPts val="1000"/>
              </a:spcBef>
              <a:spcAft>
                <a:spcPts val="0"/>
              </a:spcAft>
              <a:buSzPts val="1400"/>
              <a:buNone/>
              <a:defRPr sz="1400">
                <a:solidFill>
                  <a:schemeClr val="lt1"/>
                </a:solidFill>
              </a:defRPr>
            </a:lvl5pPr>
            <a:lvl6pPr marL="2743200" lvl="5" indent="-228600" algn="l">
              <a:spcBef>
                <a:spcPts val="1000"/>
              </a:spcBef>
              <a:spcAft>
                <a:spcPts val="0"/>
              </a:spcAft>
              <a:buSzPts val="1400"/>
              <a:buNone/>
              <a:defRPr sz="1400">
                <a:solidFill>
                  <a:schemeClr val="lt1"/>
                </a:solidFill>
              </a:defRPr>
            </a:lvl6pPr>
            <a:lvl7pPr marL="3200400" lvl="6" indent="-228600" algn="l">
              <a:spcBef>
                <a:spcPts val="1000"/>
              </a:spcBef>
              <a:spcAft>
                <a:spcPts val="0"/>
              </a:spcAft>
              <a:buSzPts val="1400"/>
              <a:buNone/>
              <a:defRPr sz="1400">
                <a:solidFill>
                  <a:schemeClr val="lt1"/>
                </a:solidFill>
              </a:defRPr>
            </a:lvl7pPr>
            <a:lvl8pPr marL="3657600" lvl="7" indent="-228600" algn="l">
              <a:spcBef>
                <a:spcPts val="1000"/>
              </a:spcBef>
              <a:spcAft>
                <a:spcPts val="0"/>
              </a:spcAft>
              <a:buSzPts val="1400"/>
              <a:buNone/>
              <a:defRPr sz="1400">
                <a:solidFill>
                  <a:schemeClr val="lt1"/>
                </a:solidFill>
              </a:defRPr>
            </a:lvl8pPr>
            <a:lvl9pPr marL="4114800" lvl="8" indent="-228600" algn="l">
              <a:spcBef>
                <a:spcPts val="1000"/>
              </a:spcBef>
              <a:spcAft>
                <a:spcPts val="1000"/>
              </a:spcAft>
              <a:buSzPts val="1400"/>
              <a:buNone/>
              <a:defRPr sz="1400">
                <a:solidFill>
                  <a:schemeClr val="lt1"/>
                </a:solidFill>
              </a:defRPr>
            </a:lvl9pPr>
          </a:lstStyle>
          <a:p>
            <a:endParaRPr/>
          </a:p>
        </p:txBody>
      </p:sp>
      <p:sp>
        <p:nvSpPr>
          <p:cNvPr id="105" name="Google Shape;105;p32"/>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p32"/>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p32"/>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 name="Shape 108"/>
        <p:cNvGrpSpPr/>
        <p:nvPr/>
      </p:nvGrpSpPr>
      <p:grpSpPr>
        <a:xfrm>
          <a:off x="0" y="0"/>
          <a:ext cx="0" cy="0"/>
          <a:chOff x="0" y="0"/>
          <a:chExt cx="0" cy="0"/>
        </a:xfrm>
      </p:grpSpPr>
      <p:pic>
        <p:nvPicPr>
          <p:cNvPr id="109" name="Google Shape;109;p33"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10" name="Google Shape;110;p33"/>
          <p:cNvSpPr txBox="1"/>
          <p:nvPr/>
        </p:nvSpPr>
        <p:spPr>
          <a:xfrm>
            <a:off x="10237867" y="2743200"/>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lt1"/>
              </a:buClr>
              <a:buSzPts val="8000"/>
              <a:buFont typeface="Calibri"/>
              <a:buNone/>
            </a:pPr>
            <a:r>
              <a:rPr lang="en-US" sz="8000" b="0" cap="none">
                <a:solidFill>
                  <a:schemeClr val="lt1"/>
                </a:solidFill>
                <a:latin typeface="Calibri"/>
                <a:ea typeface="Calibri"/>
                <a:cs typeface="Calibri"/>
                <a:sym typeface="Calibri"/>
              </a:rPr>
              <a:t>”</a:t>
            </a:r>
            <a:endParaRPr/>
          </a:p>
        </p:txBody>
      </p:sp>
      <p:sp>
        <p:nvSpPr>
          <p:cNvPr id="111" name="Google Shape;111;p33"/>
          <p:cNvSpPr txBox="1"/>
          <p:nvPr/>
        </p:nvSpPr>
        <p:spPr>
          <a:xfrm>
            <a:off x="488275" y="823337"/>
            <a:ext cx="609600" cy="584776"/>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Clr>
                <a:schemeClr val="lt1"/>
              </a:buClr>
              <a:buSzPts val="8000"/>
              <a:buFont typeface="Calibri"/>
              <a:buNone/>
            </a:pPr>
            <a:r>
              <a:rPr lang="en-US" sz="8000" b="0" cap="none">
                <a:solidFill>
                  <a:schemeClr val="lt1"/>
                </a:solidFill>
                <a:latin typeface="Calibri"/>
                <a:ea typeface="Calibri"/>
                <a:cs typeface="Calibri"/>
                <a:sym typeface="Calibri"/>
              </a:rPr>
              <a:t>“</a:t>
            </a:r>
            <a:endParaRPr/>
          </a:p>
        </p:txBody>
      </p:sp>
      <p:sp>
        <p:nvSpPr>
          <p:cNvPr id="112" name="Google Shape;112;p33"/>
          <p:cNvSpPr txBox="1">
            <a:spLocks noGrp="1"/>
          </p:cNvSpPr>
          <p:nvPr>
            <p:ph type="title"/>
          </p:nvPr>
        </p:nvSpPr>
        <p:spPr>
          <a:xfrm>
            <a:off x="992267" y="609601"/>
            <a:ext cx="9550399" cy="2743199"/>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200"/>
              <a:buFont typeface="Calibri"/>
              <a:buNone/>
              <a:defRPr sz="3200" b="0" cap="none">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33"/>
          <p:cNvSpPr txBox="1">
            <a:spLocks noGrp="1"/>
          </p:cNvSpPr>
          <p:nvPr>
            <p:ph type="body" idx="1"/>
          </p:nvPr>
        </p:nvSpPr>
        <p:spPr>
          <a:xfrm>
            <a:off x="685800" y="3886200"/>
            <a:ext cx="10135436" cy="889000"/>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2400"/>
              <a:buNone/>
              <a:defRPr sz="2400" b="0" cap="none">
                <a:solidFill>
                  <a:schemeClr val="lt1"/>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1000"/>
              </a:spcAft>
              <a:buSzPts val="1800"/>
              <a:buChar char="•"/>
              <a:defRPr/>
            </a:lvl9pPr>
          </a:lstStyle>
          <a:p>
            <a:endParaRPr/>
          </a:p>
        </p:txBody>
      </p:sp>
      <p:sp>
        <p:nvSpPr>
          <p:cNvPr id="114" name="Google Shape;114;p33"/>
          <p:cNvSpPr txBox="1">
            <a:spLocks noGrp="1"/>
          </p:cNvSpPr>
          <p:nvPr>
            <p:ph type="body" idx="2"/>
          </p:nvPr>
        </p:nvSpPr>
        <p:spPr>
          <a:xfrm>
            <a:off x="685799" y="4775200"/>
            <a:ext cx="10135436" cy="1016000"/>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800"/>
              <a:buNone/>
              <a:defRPr sz="1800">
                <a:solidFill>
                  <a:schemeClr val="lt1"/>
                </a:solidFill>
              </a:defRPr>
            </a:lvl1pPr>
            <a:lvl2pPr marL="914400" lvl="1" indent="-228600" algn="l">
              <a:spcBef>
                <a:spcPts val="1000"/>
              </a:spcBef>
              <a:spcAft>
                <a:spcPts val="0"/>
              </a:spcAft>
              <a:buSzPts val="1800"/>
              <a:buNone/>
              <a:defRPr sz="1800">
                <a:solidFill>
                  <a:schemeClr val="lt1"/>
                </a:solidFill>
              </a:defRPr>
            </a:lvl2pPr>
            <a:lvl3pPr marL="1371600" lvl="2" indent="-228600" algn="l">
              <a:spcBef>
                <a:spcPts val="1000"/>
              </a:spcBef>
              <a:spcAft>
                <a:spcPts val="0"/>
              </a:spcAft>
              <a:buSzPts val="1600"/>
              <a:buNone/>
              <a:defRPr sz="1600">
                <a:solidFill>
                  <a:schemeClr val="lt1"/>
                </a:solidFill>
              </a:defRPr>
            </a:lvl3pPr>
            <a:lvl4pPr marL="1828800" lvl="3" indent="-228600" algn="l">
              <a:spcBef>
                <a:spcPts val="1000"/>
              </a:spcBef>
              <a:spcAft>
                <a:spcPts val="0"/>
              </a:spcAft>
              <a:buSzPts val="1400"/>
              <a:buNone/>
              <a:defRPr sz="1400">
                <a:solidFill>
                  <a:schemeClr val="lt1"/>
                </a:solidFill>
              </a:defRPr>
            </a:lvl4pPr>
            <a:lvl5pPr marL="2286000" lvl="4" indent="-228600" algn="l">
              <a:spcBef>
                <a:spcPts val="1000"/>
              </a:spcBef>
              <a:spcAft>
                <a:spcPts val="0"/>
              </a:spcAft>
              <a:buSzPts val="1400"/>
              <a:buNone/>
              <a:defRPr sz="1400">
                <a:solidFill>
                  <a:schemeClr val="lt1"/>
                </a:solidFill>
              </a:defRPr>
            </a:lvl5pPr>
            <a:lvl6pPr marL="2743200" lvl="5" indent="-228600" algn="l">
              <a:spcBef>
                <a:spcPts val="1000"/>
              </a:spcBef>
              <a:spcAft>
                <a:spcPts val="0"/>
              </a:spcAft>
              <a:buSzPts val="1400"/>
              <a:buNone/>
              <a:defRPr sz="1400">
                <a:solidFill>
                  <a:schemeClr val="lt1"/>
                </a:solidFill>
              </a:defRPr>
            </a:lvl6pPr>
            <a:lvl7pPr marL="3200400" lvl="6" indent="-228600" algn="l">
              <a:spcBef>
                <a:spcPts val="1000"/>
              </a:spcBef>
              <a:spcAft>
                <a:spcPts val="0"/>
              </a:spcAft>
              <a:buSzPts val="1400"/>
              <a:buNone/>
              <a:defRPr sz="1400">
                <a:solidFill>
                  <a:schemeClr val="lt1"/>
                </a:solidFill>
              </a:defRPr>
            </a:lvl7pPr>
            <a:lvl8pPr marL="3657600" lvl="7" indent="-228600" algn="l">
              <a:spcBef>
                <a:spcPts val="1000"/>
              </a:spcBef>
              <a:spcAft>
                <a:spcPts val="0"/>
              </a:spcAft>
              <a:buSzPts val="1400"/>
              <a:buNone/>
              <a:defRPr sz="1400">
                <a:solidFill>
                  <a:schemeClr val="lt1"/>
                </a:solidFill>
              </a:defRPr>
            </a:lvl8pPr>
            <a:lvl9pPr marL="4114800" lvl="8" indent="-228600" algn="l">
              <a:spcBef>
                <a:spcPts val="1000"/>
              </a:spcBef>
              <a:spcAft>
                <a:spcPts val="1000"/>
              </a:spcAft>
              <a:buSzPts val="1400"/>
              <a:buNone/>
              <a:defRPr sz="1400">
                <a:solidFill>
                  <a:schemeClr val="lt1"/>
                </a:solidFill>
              </a:defRPr>
            </a:lvl9pPr>
          </a:lstStyle>
          <a:p>
            <a:endParaRPr/>
          </a:p>
        </p:txBody>
      </p:sp>
      <p:sp>
        <p:nvSpPr>
          <p:cNvPr id="115" name="Google Shape;115;p33"/>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33"/>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33"/>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 name="Shape 118"/>
        <p:cNvGrpSpPr/>
        <p:nvPr/>
      </p:nvGrpSpPr>
      <p:grpSpPr>
        <a:xfrm>
          <a:off x="0" y="0"/>
          <a:ext cx="0" cy="0"/>
          <a:chOff x="0" y="0"/>
          <a:chExt cx="0" cy="0"/>
        </a:xfrm>
      </p:grpSpPr>
      <p:pic>
        <p:nvPicPr>
          <p:cNvPr id="119" name="Google Shape;119;p34"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20" name="Google Shape;120;p34"/>
          <p:cNvSpPr txBox="1">
            <a:spLocks noGrp="1"/>
          </p:cNvSpPr>
          <p:nvPr>
            <p:ph type="title"/>
          </p:nvPr>
        </p:nvSpPr>
        <p:spPr>
          <a:xfrm>
            <a:off x="685801" y="609601"/>
            <a:ext cx="10131427" cy="2743199"/>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3600"/>
              <a:buFont typeface="Calibri"/>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34"/>
          <p:cNvSpPr txBox="1">
            <a:spLocks noGrp="1"/>
          </p:cNvSpPr>
          <p:nvPr>
            <p:ph type="body" idx="1"/>
          </p:nvPr>
        </p:nvSpPr>
        <p:spPr>
          <a:xfrm>
            <a:off x="685801" y="3505200"/>
            <a:ext cx="10131428" cy="838200"/>
          </a:xfrm>
          <a:prstGeom prst="rect">
            <a:avLst/>
          </a:prstGeom>
          <a:noFill/>
          <a:ln>
            <a:noFill/>
          </a:ln>
        </p:spPr>
        <p:txBody>
          <a:bodyPr spcFirstLastPara="1" wrap="square" lIns="91425" tIns="45700" rIns="91425" bIns="45700" anchor="b" anchorCtr="0">
            <a:normAutofit/>
          </a:bodyPr>
          <a:lstStyle>
            <a:lvl1pPr marL="457200" lvl="0" indent="-228600" algn="l">
              <a:spcBef>
                <a:spcPts val="0"/>
              </a:spcBef>
              <a:spcAft>
                <a:spcPts val="0"/>
              </a:spcAft>
              <a:buSzPts val="2800"/>
              <a:buNone/>
              <a:defRPr sz="2800" b="0" cap="none">
                <a:solidFill>
                  <a:schemeClr val="lt1"/>
                </a:solidFill>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1000"/>
              </a:spcAft>
              <a:buSzPts val="1800"/>
              <a:buChar char="•"/>
              <a:defRPr/>
            </a:lvl9pPr>
          </a:lstStyle>
          <a:p>
            <a:endParaRPr/>
          </a:p>
        </p:txBody>
      </p:sp>
      <p:sp>
        <p:nvSpPr>
          <p:cNvPr id="122" name="Google Shape;122;p34"/>
          <p:cNvSpPr txBox="1">
            <a:spLocks noGrp="1"/>
          </p:cNvSpPr>
          <p:nvPr>
            <p:ph type="body" idx="2"/>
          </p:nvPr>
        </p:nvSpPr>
        <p:spPr>
          <a:xfrm>
            <a:off x="685800" y="4343400"/>
            <a:ext cx="10131428" cy="1447800"/>
          </a:xfrm>
          <a:prstGeom prst="rect">
            <a:avLst/>
          </a:prstGeom>
          <a:noFill/>
          <a:ln>
            <a:noFill/>
          </a:ln>
        </p:spPr>
        <p:txBody>
          <a:bodyPr spcFirstLastPara="1" wrap="square" lIns="91425" tIns="45700" rIns="91425" bIns="45700" anchor="t" anchorCtr="0">
            <a:normAutofit/>
          </a:bodyPr>
          <a:lstStyle>
            <a:lvl1pPr marL="457200" lvl="0" indent="-228600" algn="l">
              <a:spcBef>
                <a:spcPts val="0"/>
              </a:spcBef>
              <a:spcAft>
                <a:spcPts val="0"/>
              </a:spcAft>
              <a:buSzPts val="1800"/>
              <a:buNone/>
              <a:defRPr sz="1800">
                <a:solidFill>
                  <a:schemeClr val="lt1"/>
                </a:solidFill>
              </a:defRPr>
            </a:lvl1pPr>
            <a:lvl2pPr marL="914400" lvl="1" indent="-228600" algn="l">
              <a:spcBef>
                <a:spcPts val="1000"/>
              </a:spcBef>
              <a:spcAft>
                <a:spcPts val="0"/>
              </a:spcAft>
              <a:buSzPts val="1800"/>
              <a:buNone/>
              <a:defRPr sz="1800">
                <a:solidFill>
                  <a:schemeClr val="lt1"/>
                </a:solidFill>
              </a:defRPr>
            </a:lvl2pPr>
            <a:lvl3pPr marL="1371600" lvl="2" indent="-228600" algn="l">
              <a:spcBef>
                <a:spcPts val="1000"/>
              </a:spcBef>
              <a:spcAft>
                <a:spcPts val="0"/>
              </a:spcAft>
              <a:buSzPts val="1600"/>
              <a:buNone/>
              <a:defRPr sz="1600">
                <a:solidFill>
                  <a:schemeClr val="lt1"/>
                </a:solidFill>
              </a:defRPr>
            </a:lvl3pPr>
            <a:lvl4pPr marL="1828800" lvl="3" indent="-228600" algn="l">
              <a:spcBef>
                <a:spcPts val="1000"/>
              </a:spcBef>
              <a:spcAft>
                <a:spcPts val="0"/>
              </a:spcAft>
              <a:buSzPts val="1400"/>
              <a:buNone/>
              <a:defRPr sz="1400">
                <a:solidFill>
                  <a:schemeClr val="lt1"/>
                </a:solidFill>
              </a:defRPr>
            </a:lvl4pPr>
            <a:lvl5pPr marL="2286000" lvl="4" indent="-228600" algn="l">
              <a:spcBef>
                <a:spcPts val="1000"/>
              </a:spcBef>
              <a:spcAft>
                <a:spcPts val="0"/>
              </a:spcAft>
              <a:buSzPts val="1400"/>
              <a:buNone/>
              <a:defRPr sz="1400">
                <a:solidFill>
                  <a:schemeClr val="lt1"/>
                </a:solidFill>
              </a:defRPr>
            </a:lvl5pPr>
            <a:lvl6pPr marL="2743200" lvl="5" indent="-228600" algn="l">
              <a:spcBef>
                <a:spcPts val="1000"/>
              </a:spcBef>
              <a:spcAft>
                <a:spcPts val="0"/>
              </a:spcAft>
              <a:buSzPts val="1400"/>
              <a:buNone/>
              <a:defRPr sz="1400">
                <a:solidFill>
                  <a:schemeClr val="lt1"/>
                </a:solidFill>
              </a:defRPr>
            </a:lvl6pPr>
            <a:lvl7pPr marL="3200400" lvl="6" indent="-228600" algn="l">
              <a:spcBef>
                <a:spcPts val="1000"/>
              </a:spcBef>
              <a:spcAft>
                <a:spcPts val="0"/>
              </a:spcAft>
              <a:buSzPts val="1400"/>
              <a:buNone/>
              <a:defRPr sz="1400">
                <a:solidFill>
                  <a:schemeClr val="lt1"/>
                </a:solidFill>
              </a:defRPr>
            </a:lvl7pPr>
            <a:lvl8pPr marL="3657600" lvl="7" indent="-228600" algn="l">
              <a:spcBef>
                <a:spcPts val="1000"/>
              </a:spcBef>
              <a:spcAft>
                <a:spcPts val="0"/>
              </a:spcAft>
              <a:buSzPts val="1400"/>
              <a:buNone/>
              <a:defRPr sz="1400">
                <a:solidFill>
                  <a:schemeClr val="lt1"/>
                </a:solidFill>
              </a:defRPr>
            </a:lvl8pPr>
            <a:lvl9pPr marL="4114800" lvl="8" indent="-228600" algn="l">
              <a:spcBef>
                <a:spcPts val="1000"/>
              </a:spcBef>
              <a:spcAft>
                <a:spcPts val="1000"/>
              </a:spcAft>
              <a:buSzPts val="1400"/>
              <a:buNone/>
              <a:defRPr sz="1400">
                <a:solidFill>
                  <a:schemeClr val="lt1"/>
                </a:solidFill>
              </a:defRPr>
            </a:lvl9pPr>
          </a:lstStyle>
          <a:p>
            <a:endParaRPr/>
          </a:p>
        </p:txBody>
      </p:sp>
      <p:sp>
        <p:nvSpPr>
          <p:cNvPr id="123" name="Google Shape;123;p34"/>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34"/>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34"/>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6"/>
        <p:cNvGrpSpPr/>
        <p:nvPr/>
      </p:nvGrpSpPr>
      <p:grpSpPr>
        <a:xfrm>
          <a:off x="0" y="0"/>
          <a:ext cx="0" cy="0"/>
          <a:chOff x="0" y="0"/>
          <a:chExt cx="0" cy="0"/>
        </a:xfrm>
      </p:grpSpPr>
      <p:pic>
        <p:nvPicPr>
          <p:cNvPr id="127" name="Google Shape;127;p35"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28" name="Google Shape;128;p35"/>
          <p:cNvSpPr txBox="1">
            <a:spLocks noGrp="1"/>
          </p:cNvSpPr>
          <p:nvPr>
            <p:ph type="body" idx="1"/>
          </p:nvPr>
        </p:nvSpPr>
        <p:spPr>
          <a:xfrm rot="5400000">
            <a:off x="3926947" y="-1099079"/>
            <a:ext cx="3649133" cy="10131425"/>
          </a:xfrm>
          <a:prstGeom prst="rect">
            <a:avLst/>
          </a:prstGeom>
          <a:noFill/>
          <a:ln>
            <a:noFill/>
          </a:ln>
        </p:spPr>
        <p:txBody>
          <a:bodyPr spcFirstLastPara="1" wrap="square" lIns="91425" tIns="45700" rIns="91425" bIns="45700" anchor="t" anchorCtr="0">
            <a:normAutofit/>
          </a:bodyPr>
          <a:lstStyle>
            <a:lvl1pPr marL="457200" lvl="0" indent="-342900" algn="l">
              <a:spcBef>
                <a:spcPts val="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1000"/>
              </a:spcAft>
              <a:buSzPts val="1800"/>
              <a:buChar char="•"/>
              <a:defRPr/>
            </a:lvl9pPr>
          </a:lstStyle>
          <a:p>
            <a:endParaRPr/>
          </a:p>
        </p:txBody>
      </p:sp>
      <p:sp>
        <p:nvSpPr>
          <p:cNvPr id="129" name="Google Shape;129;p35"/>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35"/>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35"/>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2" name="Google Shape;132;p35"/>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6"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35" name="Google Shape;135;p36"/>
          <p:cNvSpPr txBox="1">
            <a:spLocks noGrp="1"/>
          </p:cNvSpPr>
          <p:nvPr>
            <p:ph type="title"/>
          </p:nvPr>
        </p:nvSpPr>
        <p:spPr>
          <a:xfrm rot="5400000">
            <a:off x="7147151" y="2121124"/>
            <a:ext cx="5181601" cy="2158552"/>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36"/>
          <p:cNvSpPr txBox="1">
            <a:spLocks noGrp="1"/>
          </p:cNvSpPr>
          <p:nvPr>
            <p:ph type="body" idx="1"/>
          </p:nvPr>
        </p:nvSpPr>
        <p:spPr>
          <a:xfrm rot="5400000">
            <a:off x="2011058" y="-715658"/>
            <a:ext cx="5181600" cy="7832116"/>
          </a:xfrm>
          <a:prstGeom prst="rect">
            <a:avLst/>
          </a:prstGeom>
          <a:noFill/>
          <a:ln>
            <a:noFill/>
          </a:ln>
        </p:spPr>
        <p:txBody>
          <a:bodyPr spcFirstLastPara="1" wrap="square" lIns="91425" tIns="45700" rIns="91425" bIns="45700" anchor="t" anchorCtr="0">
            <a:normAutofit/>
          </a:bodyPr>
          <a:lstStyle>
            <a:lvl1pPr marL="457200" lvl="0" indent="-342900" algn="l">
              <a:spcBef>
                <a:spcPts val="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1000"/>
              </a:spcAft>
              <a:buSzPts val="1800"/>
              <a:buChar char="•"/>
              <a:defRPr/>
            </a:lvl9pPr>
          </a:lstStyle>
          <a:p>
            <a:endParaRPr/>
          </a:p>
        </p:txBody>
      </p:sp>
      <p:sp>
        <p:nvSpPr>
          <p:cNvPr id="137" name="Google Shape;137;p36"/>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36"/>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36"/>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6"/>
        <p:cNvGrpSpPr/>
        <p:nvPr/>
      </p:nvGrpSpPr>
      <p:grpSpPr>
        <a:xfrm>
          <a:off x="0" y="0"/>
          <a:ext cx="0" cy="0"/>
          <a:chOff x="0" y="0"/>
          <a:chExt cx="0" cy="0"/>
        </a:xfrm>
      </p:grpSpPr>
      <p:pic>
        <p:nvPicPr>
          <p:cNvPr id="147" name="Google Shape;147;p21" descr="Celestia-R1---OverlayContentHD.png"/>
          <p:cNvPicPr preferRelativeResize="0"/>
          <p:nvPr/>
        </p:nvPicPr>
        <p:blipFill rotWithShape="1">
          <a:blip r:embed="rId2">
            <a:alphaModFix/>
          </a:blip>
          <a:srcRect/>
          <a:stretch/>
        </p:blipFill>
        <p:spPr>
          <a:xfrm>
            <a:off x="0" y="0"/>
            <a:ext cx="12188825" cy="6856214"/>
          </a:xfrm>
          <a:prstGeom prst="rect">
            <a:avLst/>
          </a:prstGeom>
          <a:noFill/>
          <a:ln>
            <a:noFill/>
          </a:ln>
        </p:spPr>
      </p:pic>
      <p:sp>
        <p:nvSpPr>
          <p:cNvPr id="148" name="Google Shape;148;p21"/>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21"/>
          <p:cNvSpPr txBox="1">
            <a:spLocks noGrp="1"/>
          </p:cNvSpPr>
          <p:nvPr>
            <p:ph type="body" idx="1"/>
          </p:nvPr>
        </p:nvSpPr>
        <p:spPr>
          <a:xfrm>
            <a:off x="685801" y="2142067"/>
            <a:ext cx="10131425" cy="3649133"/>
          </a:xfrm>
          <a:prstGeom prst="rect">
            <a:avLst/>
          </a:prstGeom>
          <a:noFill/>
          <a:ln>
            <a:noFill/>
          </a:ln>
        </p:spPr>
        <p:txBody>
          <a:bodyPr spcFirstLastPara="1" wrap="square" lIns="91425" tIns="45700" rIns="91425" bIns="45700" anchor="ctr" anchorCtr="0">
            <a:normAutofit/>
          </a:bodyPr>
          <a:lstStyle>
            <a:lvl1pPr marL="457200" lvl="0" indent="-342900" algn="l">
              <a:spcBef>
                <a:spcPts val="0"/>
              </a:spcBef>
              <a:spcAft>
                <a:spcPts val="0"/>
              </a:spcAft>
              <a:buSzPts val="1800"/>
              <a:buChar char="•"/>
              <a:defRPr/>
            </a:lvl1pPr>
            <a:lvl2pPr marL="914400" lvl="1" indent="-342900" algn="l">
              <a:spcBef>
                <a:spcPts val="1000"/>
              </a:spcBef>
              <a:spcAft>
                <a:spcPts val="0"/>
              </a:spcAft>
              <a:buSzPts val="1800"/>
              <a:buChar char="•"/>
              <a:defRPr/>
            </a:lvl2pPr>
            <a:lvl3pPr marL="1371600" lvl="2" indent="-342900" algn="l">
              <a:spcBef>
                <a:spcPts val="1000"/>
              </a:spcBef>
              <a:spcAft>
                <a:spcPts val="0"/>
              </a:spcAft>
              <a:buSzPts val="1800"/>
              <a:buChar char="•"/>
              <a:defRPr/>
            </a:lvl3pPr>
            <a:lvl4pPr marL="1828800" lvl="3" indent="-342900" algn="l">
              <a:spcBef>
                <a:spcPts val="1000"/>
              </a:spcBef>
              <a:spcAft>
                <a:spcPts val="0"/>
              </a:spcAft>
              <a:buSzPts val="1800"/>
              <a:buChar char="•"/>
              <a:defRPr/>
            </a:lvl4pPr>
            <a:lvl5pPr marL="2286000" lvl="4" indent="-342900" algn="l">
              <a:spcBef>
                <a:spcPts val="1000"/>
              </a:spcBef>
              <a:spcAft>
                <a:spcPts val="0"/>
              </a:spcAft>
              <a:buSzPts val="1800"/>
              <a:buChar char="•"/>
              <a:defRPr/>
            </a:lvl5pPr>
            <a:lvl6pPr marL="2743200" lvl="5" indent="-342900" algn="l">
              <a:spcBef>
                <a:spcPts val="1000"/>
              </a:spcBef>
              <a:spcAft>
                <a:spcPts val="0"/>
              </a:spcAft>
              <a:buSzPts val="1800"/>
              <a:buChar char="•"/>
              <a:defRPr/>
            </a:lvl6pPr>
            <a:lvl7pPr marL="3200400" lvl="6" indent="-342900" algn="l">
              <a:spcBef>
                <a:spcPts val="1000"/>
              </a:spcBef>
              <a:spcAft>
                <a:spcPts val="0"/>
              </a:spcAft>
              <a:buSzPts val="1800"/>
              <a:buChar char="•"/>
              <a:defRPr/>
            </a:lvl7pPr>
            <a:lvl8pPr marL="3657600" lvl="7" indent="-342900" algn="l">
              <a:spcBef>
                <a:spcPts val="1000"/>
              </a:spcBef>
              <a:spcAft>
                <a:spcPts val="0"/>
              </a:spcAft>
              <a:buSzPts val="1800"/>
              <a:buChar char="•"/>
              <a:defRPr/>
            </a:lvl8pPr>
            <a:lvl9pPr marL="4114800" lvl="8" indent="-342900" algn="l">
              <a:spcBef>
                <a:spcPts val="1000"/>
              </a:spcBef>
              <a:spcAft>
                <a:spcPts val="1000"/>
              </a:spcAft>
              <a:buSzPts val="1800"/>
              <a:buChar char="•"/>
              <a:defRPr/>
            </a:lvl9pPr>
          </a:lstStyle>
          <a:p>
            <a:endParaRPr/>
          </a:p>
        </p:txBody>
      </p:sp>
      <p:sp>
        <p:nvSpPr>
          <p:cNvPr id="150" name="Google Shape;150;p21"/>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1" name="Google Shape;151;p21"/>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2" name="Google Shape;152;p21"/>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theme" Target="../theme/theme2.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5"/>
        <p:cNvGrpSpPr/>
        <p:nvPr/>
      </p:nvGrpSpPr>
      <p:grpSpPr>
        <a:xfrm>
          <a:off x="0" y="0"/>
          <a:ext cx="0" cy="0"/>
          <a:chOff x="0" y="0"/>
          <a:chExt cx="0" cy="0"/>
        </a:xfrm>
      </p:grpSpPr>
      <p:sp>
        <p:nvSpPr>
          <p:cNvPr id="6" name="Google Shape;6;p17"/>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lt1"/>
              </a:buClr>
              <a:buSzPts val="3600"/>
              <a:buFont typeface="Calibri"/>
              <a:buNone/>
              <a:defRPr sz="36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7" name="Google Shape;7;p17"/>
          <p:cNvSpPr txBox="1">
            <a:spLocks noGrp="1"/>
          </p:cNvSpPr>
          <p:nvPr>
            <p:ph type="body" idx="1"/>
          </p:nvPr>
        </p:nvSpPr>
        <p:spPr>
          <a:xfrm>
            <a:off x="685801" y="2142067"/>
            <a:ext cx="10131425" cy="3649133"/>
          </a:xfrm>
          <a:prstGeom prst="rect">
            <a:avLst/>
          </a:prstGeom>
          <a:noFill/>
          <a:ln>
            <a:noFill/>
          </a:ln>
        </p:spPr>
        <p:txBody>
          <a:bodyPr spcFirstLastPara="1" wrap="square" lIns="91425" tIns="45700" rIns="91425" bIns="45700" anchor="ctr" anchorCtr="0">
            <a:normAutofit/>
          </a:bodyPr>
          <a:lstStyle>
            <a:lvl1pPr marL="457200" marR="0" lvl="0" indent="-342900" algn="l" rtl="0">
              <a:spcBef>
                <a:spcPts val="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1pPr>
            <a:lvl2pPr marL="914400" marR="0" lvl="1" indent="-330200" algn="l" rtl="0">
              <a:spcBef>
                <a:spcPts val="100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2pPr>
            <a:lvl3pPr marL="1371600" marR="0" lvl="2" indent="-317500" algn="l" rtl="0">
              <a:spcBef>
                <a:spcPts val="1000"/>
              </a:spcBef>
              <a:spcAft>
                <a:spcPts val="0"/>
              </a:spcAft>
              <a:buClr>
                <a:schemeClr val="lt1"/>
              </a:buClr>
              <a:buSzPts val="1400"/>
              <a:buFont typeface="Arial"/>
              <a:buChar char="•"/>
              <a:defRPr sz="1400" b="0" i="0" u="none" strike="noStrike" cap="none">
                <a:solidFill>
                  <a:schemeClr val="lt1"/>
                </a:solidFill>
                <a:latin typeface="Calibri"/>
                <a:ea typeface="Calibri"/>
                <a:cs typeface="Calibri"/>
                <a:sym typeface="Calibri"/>
              </a:defRPr>
            </a:lvl3pPr>
            <a:lvl4pPr marL="1828800" marR="0" lvl="3" indent="-304800" algn="l" rtl="0">
              <a:spcBef>
                <a:spcPts val="1000"/>
              </a:spcBef>
              <a:spcAft>
                <a:spcPts val="0"/>
              </a:spcAft>
              <a:buClr>
                <a:schemeClr val="lt1"/>
              </a:buClr>
              <a:buSzPts val="1200"/>
              <a:buFont typeface="Arial"/>
              <a:buChar char="•"/>
              <a:defRPr sz="1200" b="0" i="0" u="none" strike="noStrike" cap="none">
                <a:solidFill>
                  <a:schemeClr val="lt1"/>
                </a:solidFill>
                <a:latin typeface="Calibri"/>
                <a:ea typeface="Calibri"/>
                <a:cs typeface="Calibri"/>
                <a:sym typeface="Calibri"/>
              </a:defRPr>
            </a:lvl4pPr>
            <a:lvl5pPr marL="2286000" marR="0" lvl="4" indent="-304800" algn="l" rtl="0">
              <a:spcBef>
                <a:spcPts val="1000"/>
              </a:spcBef>
              <a:spcAft>
                <a:spcPts val="0"/>
              </a:spcAft>
              <a:buClr>
                <a:schemeClr val="lt1"/>
              </a:buClr>
              <a:buSzPts val="1200"/>
              <a:buFont typeface="Arial"/>
              <a:buChar char="•"/>
              <a:defRPr sz="1200" b="0" i="0" u="none" strike="noStrike" cap="none">
                <a:solidFill>
                  <a:schemeClr val="lt1"/>
                </a:solidFill>
                <a:latin typeface="Calibri"/>
                <a:ea typeface="Calibri"/>
                <a:cs typeface="Calibri"/>
                <a:sym typeface="Calibri"/>
              </a:defRPr>
            </a:lvl5pPr>
            <a:lvl6pPr marL="2743200" marR="0" lvl="5" indent="-304800" algn="l" rtl="0">
              <a:spcBef>
                <a:spcPts val="1000"/>
              </a:spcBef>
              <a:spcAft>
                <a:spcPts val="0"/>
              </a:spcAft>
              <a:buClr>
                <a:schemeClr val="lt1"/>
              </a:buClr>
              <a:buSzPts val="1200"/>
              <a:buFont typeface="Arial"/>
              <a:buChar char="•"/>
              <a:defRPr sz="1200" b="0" i="0" u="none" strike="noStrike" cap="none">
                <a:solidFill>
                  <a:schemeClr val="lt1"/>
                </a:solidFill>
                <a:latin typeface="Calibri"/>
                <a:ea typeface="Calibri"/>
                <a:cs typeface="Calibri"/>
                <a:sym typeface="Calibri"/>
              </a:defRPr>
            </a:lvl6pPr>
            <a:lvl7pPr marL="3200400" marR="0" lvl="6" indent="-304800" algn="l" rtl="0">
              <a:spcBef>
                <a:spcPts val="1000"/>
              </a:spcBef>
              <a:spcAft>
                <a:spcPts val="0"/>
              </a:spcAft>
              <a:buClr>
                <a:schemeClr val="lt1"/>
              </a:buClr>
              <a:buSzPts val="1200"/>
              <a:buFont typeface="Arial"/>
              <a:buChar char="•"/>
              <a:defRPr sz="1200" b="0" i="0" u="none" strike="noStrike" cap="none">
                <a:solidFill>
                  <a:schemeClr val="lt1"/>
                </a:solidFill>
                <a:latin typeface="Calibri"/>
                <a:ea typeface="Calibri"/>
                <a:cs typeface="Calibri"/>
                <a:sym typeface="Calibri"/>
              </a:defRPr>
            </a:lvl7pPr>
            <a:lvl8pPr marL="3657600" marR="0" lvl="7" indent="-304800" algn="l" rtl="0">
              <a:spcBef>
                <a:spcPts val="1000"/>
              </a:spcBef>
              <a:spcAft>
                <a:spcPts val="0"/>
              </a:spcAft>
              <a:buClr>
                <a:schemeClr val="lt1"/>
              </a:buClr>
              <a:buSzPts val="1200"/>
              <a:buFont typeface="Arial"/>
              <a:buChar char="•"/>
              <a:defRPr sz="1200" b="0" i="0" u="none" strike="noStrike" cap="none">
                <a:solidFill>
                  <a:schemeClr val="lt1"/>
                </a:solidFill>
                <a:latin typeface="Calibri"/>
                <a:ea typeface="Calibri"/>
                <a:cs typeface="Calibri"/>
                <a:sym typeface="Calibri"/>
              </a:defRPr>
            </a:lvl8pPr>
            <a:lvl9pPr marL="4114800" marR="0" lvl="8" indent="-304800" algn="l" rtl="0">
              <a:spcBef>
                <a:spcPts val="1000"/>
              </a:spcBef>
              <a:spcAft>
                <a:spcPts val="1000"/>
              </a:spcAft>
              <a:buClr>
                <a:schemeClr val="lt1"/>
              </a:buClr>
              <a:buSzPts val="1200"/>
              <a:buFont typeface="Arial"/>
              <a:buChar char="•"/>
              <a:defRPr sz="1200" b="0" i="0" u="none" strike="noStrike" cap="none">
                <a:solidFill>
                  <a:schemeClr val="lt1"/>
                </a:solidFill>
                <a:latin typeface="Calibri"/>
                <a:ea typeface="Calibri"/>
                <a:cs typeface="Calibri"/>
                <a:sym typeface="Calibri"/>
              </a:defRPr>
            </a:lvl9pPr>
          </a:lstStyle>
          <a:p>
            <a:endParaRPr/>
          </a:p>
        </p:txBody>
      </p:sp>
      <p:sp>
        <p:nvSpPr>
          <p:cNvPr id="8" name="Google Shape;8;p17"/>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9" name="Google Shape;9;p17"/>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lt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lt1"/>
                </a:solidFill>
                <a:latin typeface="Calibri"/>
                <a:ea typeface="Calibri"/>
                <a:cs typeface="Calibri"/>
                <a:sym typeface="Calibri"/>
              </a:defRPr>
            </a:lvl9pPr>
          </a:lstStyle>
          <a:p>
            <a:endParaRPr/>
          </a:p>
        </p:txBody>
      </p:sp>
      <p:sp>
        <p:nvSpPr>
          <p:cNvPr id="10" name="Google Shape;10;p17"/>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lt1"/>
                </a:solidFill>
                <a:latin typeface="Calibri"/>
                <a:ea typeface="Calibri"/>
                <a:cs typeface="Calibri"/>
                <a:sym typeface="Calibri"/>
              </a:defRPr>
            </a:lvl1pPr>
            <a:lvl2pPr marL="0" marR="0" lvl="1" indent="0" algn="r" rtl="0">
              <a:spcBef>
                <a:spcPts val="0"/>
              </a:spcBef>
              <a:buNone/>
              <a:defRPr sz="1000" b="0" i="0" u="none" strike="noStrike" cap="none">
                <a:solidFill>
                  <a:schemeClr val="lt1"/>
                </a:solidFill>
                <a:latin typeface="Calibri"/>
                <a:ea typeface="Calibri"/>
                <a:cs typeface="Calibri"/>
                <a:sym typeface="Calibri"/>
              </a:defRPr>
            </a:lvl2pPr>
            <a:lvl3pPr marL="0" marR="0" lvl="2" indent="0" algn="r" rtl="0">
              <a:spcBef>
                <a:spcPts val="0"/>
              </a:spcBef>
              <a:buNone/>
              <a:defRPr sz="1000" b="0" i="0" u="none" strike="noStrike" cap="none">
                <a:solidFill>
                  <a:schemeClr val="lt1"/>
                </a:solidFill>
                <a:latin typeface="Calibri"/>
                <a:ea typeface="Calibri"/>
                <a:cs typeface="Calibri"/>
                <a:sym typeface="Calibri"/>
              </a:defRPr>
            </a:lvl3pPr>
            <a:lvl4pPr marL="0" marR="0" lvl="3" indent="0" algn="r" rtl="0">
              <a:spcBef>
                <a:spcPts val="0"/>
              </a:spcBef>
              <a:buNone/>
              <a:defRPr sz="1000" b="0" i="0" u="none" strike="noStrike" cap="none">
                <a:solidFill>
                  <a:schemeClr val="lt1"/>
                </a:solidFill>
                <a:latin typeface="Calibri"/>
                <a:ea typeface="Calibri"/>
                <a:cs typeface="Calibri"/>
                <a:sym typeface="Calibri"/>
              </a:defRPr>
            </a:lvl4pPr>
            <a:lvl5pPr marL="0" marR="0" lvl="4" indent="0" algn="r" rtl="0">
              <a:spcBef>
                <a:spcPts val="0"/>
              </a:spcBef>
              <a:buNone/>
              <a:defRPr sz="1000" b="0" i="0" u="none" strike="noStrike" cap="none">
                <a:solidFill>
                  <a:schemeClr val="lt1"/>
                </a:solidFill>
                <a:latin typeface="Calibri"/>
                <a:ea typeface="Calibri"/>
                <a:cs typeface="Calibri"/>
                <a:sym typeface="Calibri"/>
              </a:defRPr>
            </a:lvl5pPr>
            <a:lvl6pPr marL="0" marR="0" lvl="5" indent="0" algn="r" rtl="0">
              <a:spcBef>
                <a:spcPts val="0"/>
              </a:spcBef>
              <a:buNone/>
              <a:defRPr sz="1000" b="0" i="0" u="none" strike="noStrike" cap="none">
                <a:solidFill>
                  <a:schemeClr val="lt1"/>
                </a:solidFill>
                <a:latin typeface="Calibri"/>
                <a:ea typeface="Calibri"/>
                <a:cs typeface="Calibri"/>
                <a:sym typeface="Calibri"/>
              </a:defRPr>
            </a:lvl6pPr>
            <a:lvl7pPr marL="0" marR="0" lvl="6" indent="0" algn="r" rtl="0">
              <a:spcBef>
                <a:spcPts val="0"/>
              </a:spcBef>
              <a:buNone/>
              <a:defRPr sz="1000" b="0" i="0" u="none" strike="noStrike" cap="none">
                <a:solidFill>
                  <a:schemeClr val="lt1"/>
                </a:solidFill>
                <a:latin typeface="Calibri"/>
                <a:ea typeface="Calibri"/>
                <a:cs typeface="Calibri"/>
                <a:sym typeface="Calibri"/>
              </a:defRPr>
            </a:lvl7pPr>
            <a:lvl8pPr marL="0" marR="0" lvl="7" indent="0" algn="r" rtl="0">
              <a:spcBef>
                <a:spcPts val="0"/>
              </a:spcBef>
              <a:buNone/>
              <a:defRPr sz="1000" b="0" i="0" u="none" strike="noStrike" cap="none">
                <a:solidFill>
                  <a:schemeClr val="lt1"/>
                </a:solidFill>
                <a:latin typeface="Calibri"/>
                <a:ea typeface="Calibri"/>
                <a:cs typeface="Calibri"/>
                <a:sym typeface="Calibri"/>
              </a:defRPr>
            </a:lvl8pPr>
            <a:lvl9pPr marL="0" marR="0" lvl="8" indent="0" algn="r" rtl="0">
              <a:spcBef>
                <a:spcPts val="0"/>
              </a:spcBef>
              <a:buNone/>
              <a:defRPr sz="10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40"/>
        <p:cNvGrpSpPr/>
        <p:nvPr/>
      </p:nvGrpSpPr>
      <p:grpSpPr>
        <a:xfrm>
          <a:off x="0" y="0"/>
          <a:ext cx="0" cy="0"/>
          <a:chOff x="0" y="0"/>
          <a:chExt cx="0" cy="0"/>
        </a:xfrm>
      </p:grpSpPr>
      <p:sp>
        <p:nvSpPr>
          <p:cNvPr id="141" name="Google Shape;141;p19"/>
          <p:cNvSpPr txBox="1">
            <a:spLocks noGrp="1"/>
          </p:cNvSpPr>
          <p:nvPr>
            <p:ph type="title"/>
          </p:nvPr>
        </p:nvSpPr>
        <p:spPr>
          <a:xfrm>
            <a:off x="685801" y="609600"/>
            <a:ext cx="10131425" cy="1456267"/>
          </a:xfrm>
          <a:prstGeom prst="rect">
            <a:avLst/>
          </a:prstGeom>
          <a:no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2"/>
                </a:solidFill>
              </a:defRPr>
            </a:lvl2pPr>
            <a:lvl3pPr marR="0" lvl="2" algn="l" rtl="0">
              <a:spcBef>
                <a:spcPts val="0"/>
              </a:spcBef>
              <a:spcAft>
                <a:spcPts val="0"/>
              </a:spcAft>
              <a:buSzPts val="1400"/>
              <a:buNone/>
              <a:defRPr sz="1800" b="0" i="0" u="none" strike="noStrike" cap="none">
                <a:solidFill>
                  <a:schemeClr val="dk2"/>
                </a:solidFill>
              </a:defRPr>
            </a:lvl3pPr>
            <a:lvl4pPr marR="0" lvl="3" algn="l" rtl="0">
              <a:spcBef>
                <a:spcPts val="0"/>
              </a:spcBef>
              <a:spcAft>
                <a:spcPts val="0"/>
              </a:spcAft>
              <a:buSzPts val="1400"/>
              <a:buNone/>
              <a:defRPr sz="1800" b="0" i="0" u="none" strike="noStrike" cap="none">
                <a:solidFill>
                  <a:schemeClr val="dk2"/>
                </a:solidFill>
              </a:defRPr>
            </a:lvl4pPr>
            <a:lvl5pPr marR="0" lvl="4" algn="l" rtl="0">
              <a:spcBef>
                <a:spcPts val="0"/>
              </a:spcBef>
              <a:spcAft>
                <a:spcPts val="0"/>
              </a:spcAft>
              <a:buSzPts val="1400"/>
              <a:buNone/>
              <a:defRPr sz="1800" b="0" i="0" u="none" strike="noStrike" cap="none">
                <a:solidFill>
                  <a:schemeClr val="dk2"/>
                </a:solidFill>
              </a:defRPr>
            </a:lvl5pPr>
            <a:lvl6pPr marR="0" lvl="5" algn="l" rtl="0">
              <a:spcBef>
                <a:spcPts val="0"/>
              </a:spcBef>
              <a:spcAft>
                <a:spcPts val="0"/>
              </a:spcAft>
              <a:buSzPts val="1400"/>
              <a:buNone/>
              <a:defRPr sz="1800" b="0" i="0" u="none" strike="noStrike" cap="none">
                <a:solidFill>
                  <a:schemeClr val="dk2"/>
                </a:solidFill>
              </a:defRPr>
            </a:lvl6pPr>
            <a:lvl7pPr marR="0" lvl="6" algn="l" rtl="0">
              <a:spcBef>
                <a:spcPts val="0"/>
              </a:spcBef>
              <a:spcAft>
                <a:spcPts val="0"/>
              </a:spcAft>
              <a:buSzPts val="1400"/>
              <a:buNone/>
              <a:defRPr sz="1800" b="0" i="0" u="none" strike="noStrike" cap="none">
                <a:solidFill>
                  <a:schemeClr val="dk2"/>
                </a:solidFill>
              </a:defRPr>
            </a:lvl7pPr>
            <a:lvl8pPr marR="0" lvl="7" algn="l" rtl="0">
              <a:spcBef>
                <a:spcPts val="0"/>
              </a:spcBef>
              <a:spcAft>
                <a:spcPts val="0"/>
              </a:spcAft>
              <a:buSzPts val="1400"/>
              <a:buNone/>
              <a:defRPr sz="1800" b="0" i="0" u="none" strike="noStrike" cap="none">
                <a:solidFill>
                  <a:schemeClr val="dk2"/>
                </a:solidFill>
              </a:defRPr>
            </a:lvl8pPr>
            <a:lvl9pPr marR="0" lvl="8" algn="l" rtl="0">
              <a:spcBef>
                <a:spcPts val="0"/>
              </a:spcBef>
              <a:spcAft>
                <a:spcPts val="0"/>
              </a:spcAft>
              <a:buSzPts val="1400"/>
              <a:buNone/>
              <a:defRPr sz="1800" b="0" i="0" u="none" strike="noStrike" cap="none">
                <a:solidFill>
                  <a:schemeClr val="dk2"/>
                </a:solidFill>
              </a:defRPr>
            </a:lvl9pPr>
          </a:lstStyle>
          <a:p>
            <a:endParaRPr/>
          </a:p>
        </p:txBody>
      </p:sp>
      <p:sp>
        <p:nvSpPr>
          <p:cNvPr id="142" name="Google Shape;142;p19"/>
          <p:cNvSpPr txBox="1">
            <a:spLocks noGrp="1"/>
          </p:cNvSpPr>
          <p:nvPr>
            <p:ph type="body" idx="1"/>
          </p:nvPr>
        </p:nvSpPr>
        <p:spPr>
          <a:xfrm>
            <a:off x="685801" y="2142067"/>
            <a:ext cx="10131425" cy="3649133"/>
          </a:xfrm>
          <a:prstGeom prst="rect">
            <a:avLst/>
          </a:prstGeom>
          <a:noFill/>
          <a:ln>
            <a:noFill/>
          </a:ln>
        </p:spPr>
        <p:txBody>
          <a:bodyPr spcFirstLastPara="1" wrap="square" lIns="91425" tIns="45700" rIns="91425" bIns="45700" anchor="ctr" anchorCtr="0">
            <a:normAutofit/>
          </a:bodyPr>
          <a:lstStyle>
            <a:lvl1pPr marL="457200" marR="0" lvl="0" indent="-342900" algn="l" rtl="0">
              <a:spcBef>
                <a:spcPts val="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1pPr>
            <a:lvl2pPr marL="914400" marR="0" lvl="1" indent="-330200" algn="l" rtl="0">
              <a:spcBef>
                <a:spcPts val="10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2pPr>
            <a:lvl3pPr marL="1371600" marR="0" lvl="2" indent="-317500" algn="l" rtl="0">
              <a:spcBef>
                <a:spcPts val="10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3pPr>
            <a:lvl4pPr marL="1828800" marR="0" lvl="3" indent="-304800" algn="l" rtl="0">
              <a:spcBef>
                <a:spcPts val="10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4pPr>
            <a:lvl5pPr marL="2286000" marR="0" lvl="4" indent="-304800" algn="l" rtl="0">
              <a:spcBef>
                <a:spcPts val="10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5pPr>
            <a:lvl6pPr marL="2743200" marR="0" lvl="5" indent="-304800" algn="l" rtl="0">
              <a:spcBef>
                <a:spcPts val="10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6pPr>
            <a:lvl7pPr marL="3200400" marR="0" lvl="6" indent="-304800" algn="l" rtl="0">
              <a:spcBef>
                <a:spcPts val="10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7pPr>
            <a:lvl8pPr marL="3657600" marR="0" lvl="7" indent="-304800" algn="l" rtl="0">
              <a:spcBef>
                <a:spcPts val="10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8pPr>
            <a:lvl9pPr marL="4114800" marR="0" lvl="8" indent="-304800" algn="l" rtl="0">
              <a:spcBef>
                <a:spcPts val="1000"/>
              </a:spcBef>
              <a:spcAft>
                <a:spcPts val="100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9pPr>
          </a:lstStyle>
          <a:p>
            <a:endParaRPr/>
          </a:p>
        </p:txBody>
      </p:sp>
      <p:sp>
        <p:nvSpPr>
          <p:cNvPr id="143" name="Google Shape;143;p19"/>
          <p:cNvSpPr txBox="1">
            <a:spLocks noGrp="1"/>
          </p:cNvSpPr>
          <p:nvPr>
            <p:ph type="dt" idx="10"/>
          </p:nvPr>
        </p:nvSpPr>
        <p:spPr>
          <a:xfrm>
            <a:off x="8589660" y="5870575"/>
            <a:ext cx="1600200" cy="377825"/>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0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4" name="Google Shape;144;p19"/>
          <p:cNvSpPr txBox="1">
            <a:spLocks noGrp="1"/>
          </p:cNvSpPr>
          <p:nvPr>
            <p:ph type="ftr" idx="11"/>
          </p:nvPr>
        </p:nvSpPr>
        <p:spPr>
          <a:xfrm>
            <a:off x="685800" y="5870575"/>
            <a:ext cx="7827659" cy="3778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0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5" name="Google Shape;145;p19"/>
          <p:cNvSpPr txBox="1">
            <a:spLocks noGrp="1"/>
          </p:cNvSpPr>
          <p:nvPr>
            <p:ph type="sldNum" idx="12"/>
          </p:nvPr>
        </p:nvSpPr>
        <p:spPr>
          <a:xfrm>
            <a:off x="10266060" y="5870575"/>
            <a:ext cx="551167" cy="3778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00" b="0" i="0" u="none" strike="noStrike" cap="none">
                <a:solidFill>
                  <a:schemeClr val="dk1"/>
                </a:solidFill>
                <a:latin typeface="Calibri"/>
                <a:ea typeface="Calibri"/>
                <a:cs typeface="Calibri"/>
                <a:sym typeface="Calibri"/>
              </a:defRPr>
            </a:lvl1pPr>
            <a:lvl2pPr marL="0" marR="0" lvl="1" indent="0" algn="r" rtl="0">
              <a:spcBef>
                <a:spcPts val="0"/>
              </a:spcBef>
              <a:buNone/>
              <a:defRPr sz="1000" b="0" i="0" u="none" strike="noStrike" cap="none">
                <a:solidFill>
                  <a:schemeClr val="dk1"/>
                </a:solidFill>
                <a:latin typeface="Calibri"/>
                <a:ea typeface="Calibri"/>
                <a:cs typeface="Calibri"/>
                <a:sym typeface="Calibri"/>
              </a:defRPr>
            </a:lvl2pPr>
            <a:lvl3pPr marL="0" marR="0" lvl="2" indent="0" algn="r" rtl="0">
              <a:spcBef>
                <a:spcPts val="0"/>
              </a:spcBef>
              <a:buNone/>
              <a:defRPr sz="1000" b="0" i="0" u="none" strike="noStrike" cap="none">
                <a:solidFill>
                  <a:schemeClr val="dk1"/>
                </a:solidFill>
                <a:latin typeface="Calibri"/>
                <a:ea typeface="Calibri"/>
                <a:cs typeface="Calibri"/>
                <a:sym typeface="Calibri"/>
              </a:defRPr>
            </a:lvl3pPr>
            <a:lvl4pPr marL="0" marR="0" lvl="3" indent="0" algn="r" rtl="0">
              <a:spcBef>
                <a:spcPts val="0"/>
              </a:spcBef>
              <a:buNone/>
              <a:defRPr sz="1000" b="0" i="0" u="none" strike="noStrike" cap="none">
                <a:solidFill>
                  <a:schemeClr val="dk1"/>
                </a:solidFill>
                <a:latin typeface="Calibri"/>
                <a:ea typeface="Calibri"/>
                <a:cs typeface="Calibri"/>
                <a:sym typeface="Calibri"/>
              </a:defRPr>
            </a:lvl4pPr>
            <a:lvl5pPr marL="0" marR="0" lvl="4" indent="0" algn="r" rtl="0">
              <a:spcBef>
                <a:spcPts val="0"/>
              </a:spcBef>
              <a:buNone/>
              <a:defRPr sz="1000" b="0" i="0" u="none" strike="noStrike" cap="none">
                <a:solidFill>
                  <a:schemeClr val="dk1"/>
                </a:solidFill>
                <a:latin typeface="Calibri"/>
                <a:ea typeface="Calibri"/>
                <a:cs typeface="Calibri"/>
                <a:sym typeface="Calibri"/>
              </a:defRPr>
            </a:lvl5pPr>
            <a:lvl6pPr marL="0" marR="0" lvl="5" indent="0" algn="r" rtl="0">
              <a:spcBef>
                <a:spcPts val="0"/>
              </a:spcBef>
              <a:buNone/>
              <a:defRPr sz="1000" b="0" i="0" u="none" strike="noStrike" cap="none">
                <a:solidFill>
                  <a:schemeClr val="dk1"/>
                </a:solidFill>
                <a:latin typeface="Calibri"/>
                <a:ea typeface="Calibri"/>
                <a:cs typeface="Calibri"/>
                <a:sym typeface="Calibri"/>
              </a:defRPr>
            </a:lvl6pPr>
            <a:lvl7pPr marL="0" marR="0" lvl="6" indent="0" algn="r" rtl="0">
              <a:spcBef>
                <a:spcPts val="0"/>
              </a:spcBef>
              <a:buNone/>
              <a:defRPr sz="1000" b="0" i="0" u="none" strike="noStrike" cap="none">
                <a:solidFill>
                  <a:schemeClr val="dk1"/>
                </a:solidFill>
                <a:latin typeface="Calibri"/>
                <a:ea typeface="Calibri"/>
                <a:cs typeface="Calibri"/>
                <a:sym typeface="Calibri"/>
              </a:defRPr>
            </a:lvl7pPr>
            <a:lvl8pPr marL="0" marR="0" lvl="7" indent="0" algn="r" rtl="0">
              <a:spcBef>
                <a:spcPts val="0"/>
              </a:spcBef>
              <a:buNone/>
              <a:defRPr sz="1000" b="0" i="0" u="none" strike="noStrike" cap="none">
                <a:solidFill>
                  <a:schemeClr val="dk1"/>
                </a:solidFill>
                <a:latin typeface="Calibri"/>
                <a:ea typeface="Calibri"/>
                <a:cs typeface="Calibri"/>
                <a:sym typeface="Calibri"/>
              </a:defRPr>
            </a:lvl8pPr>
            <a:lvl9pPr marL="0" marR="0" lvl="8" indent="0" algn="r" rtl="0">
              <a:spcBef>
                <a:spcPts val="0"/>
              </a:spcBef>
              <a:buNone/>
              <a:defRPr sz="10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7"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8.xml"/><Relationship Id="rId5" Type="http://schemas.openxmlformats.org/officeDocument/2006/relationships/hyperlink" Target="http://www.tableau.com/sites/default/files/training/global_superstore.zip" TargetMode="Externa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18.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18.xml"/><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18.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1"/>
          <p:cNvSpPr txBox="1">
            <a:spLocks noGrp="1"/>
          </p:cNvSpPr>
          <p:nvPr>
            <p:ph type="ctrTitle"/>
          </p:nvPr>
        </p:nvSpPr>
        <p:spPr>
          <a:xfrm>
            <a:off x="4412104" y="1364660"/>
            <a:ext cx="7197726" cy="2421464"/>
          </a:xfrm>
          <a:prstGeom prst="rect">
            <a:avLst/>
          </a:prstGeom>
          <a:noFill/>
          <a:ln>
            <a:noFill/>
          </a:ln>
        </p:spPr>
        <p:txBody>
          <a:bodyPr spcFirstLastPara="1" wrap="square" lIns="91425" tIns="45700" rIns="91425" bIns="45700" anchor="b" anchorCtr="0">
            <a:normAutofit/>
          </a:bodyPr>
          <a:lstStyle/>
          <a:p>
            <a:pPr marL="0" lvl="0" indent="0" algn="ctr" rtl="0">
              <a:spcBef>
                <a:spcPts val="0"/>
              </a:spcBef>
              <a:spcAft>
                <a:spcPts val="0"/>
              </a:spcAft>
              <a:buClr>
                <a:schemeClr val="lt1"/>
              </a:buClr>
              <a:buSzPts val="4800"/>
              <a:buFont typeface="Calibri"/>
              <a:buNone/>
            </a:pPr>
            <a:r>
              <a:rPr lang="en-US" dirty="0"/>
              <a:t>INTRODUCTION TO DATA ANALYTICS</a:t>
            </a:r>
            <a:br>
              <a:rPr lang="en-US" dirty="0"/>
            </a:br>
            <a:r>
              <a:rPr lang="en-US" sz="4000" b="1" dirty="0"/>
              <a:t>FINAL PROJECT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2"/>
        <p:cNvGrpSpPr/>
        <p:nvPr/>
      </p:nvGrpSpPr>
      <p:grpSpPr>
        <a:xfrm>
          <a:off x="0" y="0"/>
          <a:ext cx="0" cy="0"/>
          <a:chOff x="0" y="0"/>
          <a:chExt cx="0" cy="0"/>
        </a:xfrm>
      </p:grpSpPr>
      <p:sp>
        <p:nvSpPr>
          <p:cNvPr id="163" name="Google Shape;163;p2"/>
          <p:cNvSpPr/>
          <p:nvPr/>
        </p:nvSpPr>
        <p:spPr>
          <a:xfrm>
            <a:off x="0" y="0"/>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64" name="Google Shape;164;p2"/>
          <p:cNvSpPr/>
          <p:nvPr/>
        </p:nvSpPr>
        <p:spPr>
          <a:xfrm>
            <a:off x="0" y="0"/>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165" name="Google Shape;165;p2"/>
          <p:cNvPicPr preferRelativeResize="0"/>
          <p:nvPr/>
        </p:nvPicPr>
        <p:blipFill rotWithShape="1">
          <a:blip r:embed="rId4">
            <a:alphaModFix/>
          </a:blip>
          <a:srcRect/>
          <a:stretch/>
        </p:blipFill>
        <p:spPr>
          <a:xfrm>
            <a:off x="0" y="0"/>
            <a:ext cx="12188825" cy="6856214"/>
          </a:xfrm>
          <a:prstGeom prst="rect">
            <a:avLst/>
          </a:prstGeom>
          <a:noFill/>
          <a:ln>
            <a:noFill/>
          </a:ln>
        </p:spPr>
      </p:pic>
      <p:sp>
        <p:nvSpPr>
          <p:cNvPr id="166" name="Google Shape;166;p2"/>
          <p:cNvSpPr txBox="1">
            <a:spLocks noGrp="1"/>
          </p:cNvSpPr>
          <p:nvPr>
            <p:ph type="title"/>
          </p:nvPr>
        </p:nvSpPr>
        <p:spPr>
          <a:xfrm>
            <a:off x="231278" y="2654885"/>
            <a:ext cx="4023483" cy="907957"/>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FFFF"/>
              </a:buClr>
              <a:buSzPts val="3600"/>
              <a:buFont typeface="Calibri"/>
              <a:buNone/>
            </a:pPr>
            <a:r>
              <a:rPr lang="en-US">
                <a:solidFill>
                  <a:srgbClr val="FFFFFF"/>
                </a:solidFill>
              </a:rPr>
              <a:t>TABLE OF CONTENTS</a:t>
            </a:r>
            <a:endParaRPr/>
          </a:p>
        </p:txBody>
      </p:sp>
      <p:sp>
        <p:nvSpPr>
          <p:cNvPr id="167" name="Google Shape;167;p2"/>
          <p:cNvSpPr/>
          <p:nvPr/>
        </p:nvSpPr>
        <p:spPr>
          <a:xfrm>
            <a:off x="4422108" y="0"/>
            <a:ext cx="7769892" cy="6858000"/>
          </a:xfrm>
          <a:custGeom>
            <a:avLst/>
            <a:gdLst/>
            <a:ahLst/>
            <a:cxnLst/>
            <a:rect l="l" t="t" r="r" b="b"/>
            <a:pathLst>
              <a:path w="7769892" h="6837536" extrusionOk="0">
                <a:moveTo>
                  <a:pt x="1779516" y="0"/>
                </a:moveTo>
                <a:lnTo>
                  <a:pt x="6454848" y="0"/>
                </a:lnTo>
                <a:lnTo>
                  <a:pt x="6511730" y="37905"/>
                </a:lnTo>
                <a:cubicBezTo>
                  <a:pt x="7036410" y="413592"/>
                  <a:pt x="7468976" y="909648"/>
                  <a:pt x="7769892" y="1486041"/>
                </a:cubicBezTo>
                <a:cubicBezTo>
                  <a:pt x="7769892" y="1486041"/>
                  <a:pt x="7769892" y="1486041"/>
                  <a:pt x="7769892" y="5281056"/>
                </a:cubicBezTo>
                <a:cubicBezTo>
                  <a:pt x="7437646" y="5916473"/>
                  <a:pt x="6953850" y="6452788"/>
                  <a:pt x="6353475" y="6837536"/>
                </a:cubicBezTo>
                <a:cubicBezTo>
                  <a:pt x="6353475" y="6837536"/>
                  <a:pt x="6353475" y="6837536"/>
                  <a:pt x="1882727" y="6837536"/>
                </a:cubicBezTo>
                <a:cubicBezTo>
                  <a:pt x="751925" y="6103017"/>
                  <a:pt x="0" y="4832183"/>
                  <a:pt x="0" y="3386463"/>
                </a:cubicBezTo>
                <a:cubicBezTo>
                  <a:pt x="0" y="2036566"/>
                  <a:pt x="651406" y="838748"/>
                  <a:pt x="1655292" y="88307"/>
                </a:cubicBezTo>
                <a:close/>
              </a:path>
            </a:pathLst>
          </a:custGeom>
          <a:solidFill>
            <a:schemeClr val="lt1"/>
          </a:solidFill>
          <a:ln>
            <a:noFill/>
          </a:ln>
          <a:effectLst>
            <a:outerShdw blurRad="254000" algn="tl" rotWithShape="0">
              <a:srgbClr val="000000">
                <a:alpha val="42745"/>
              </a:srgbClr>
            </a:outerShdw>
          </a:effectLst>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600"/>
              <a:buFont typeface="Arial"/>
              <a:buNone/>
            </a:pPr>
            <a:endParaRPr sz="1600" b="0" i="0" u="none" strike="noStrike" cap="none">
              <a:solidFill>
                <a:schemeClr val="dk1"/>
              </a:solidFill>
              <a:latin typeface="Calibri"/>
              <a:ea typeface="Calibri"/>
              <a:cs typeface="Calibri"/>
              <a:sym typeface="Calibri"/>
            </a:endParaRPr>
          </a:p>
        </p:txBody>
      </p:sp>
      <p:grpSp>
        <p:nvGrpSpPr>
          <p:cNvPr id="168" name="Google Shape;168;p2"/>
          <p:cNvGrpSpPr/>
          <p:nvPr/>
        </p:nvGrpSpPr>
        <p:grpSpPr>
          <a:xfrm>
            <a:off x="5621430" y="819464"/>
            <a:ext cx="5732730" cy="5119693"/>
            <a:chOff x="4401" y="25644"/>
            <a:chExt cx="5732730" cy="5119693"/>
          </a:xfrm>
        </p:grpSpPr>
        <p:sp>
          <p:nvSpPr>
            <p:cNvPr id="169" name="Google Shape;169;p2"/>
            <p:cNvSpPr/>
            <p:nvPr/>
          </p:nvSpPr>
          <p:spPr>
            <a:xfrm>
              <a:off x="1659460" y="476982"/>
              <a:ext cx="350477" cy="91440"/>
            </a:xfrm>
            <a:custGeom>
              <a:avLst/>
              <a:gdLst/>
              <a:ahLst/>
              <a:cxnLst/>
              <a:rect l="l" t="t" r="r" b="b"/>
              <a:pathLst>
                <a:path w="120000" h="120000" extrusionOk="0">
                  <a:moveTo>
                    <a:pt x="0" y="60000"/>
                  </a:moveTo>
                  <a:lnTo>
                    <a:pt x="120000" y="60000"/>
                  </a:lnTo>
                </a:path>
              </a:pathLst>
            </a:custGeom>
            <a:noFill/>
            <a:ln w="9525" cap="rnd" cmpd="sng">
              <a:solidFill>
                <a:srgbClr val="467BCF"/>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
            <p:cNvSpPr txBox="1"/>
            <p:nvPr/>
          </p:nvSpPr>
          <p:spPr>
            <a:xfrm>
              <a:off x="1825171" y="520797"/>
              <a:ext cx="19053" cy="381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71" name="Google Shape;171;p2"/>
            <p:cNvSpPr/>
            <p:nvPr/>
          </p:nvSpPr>
          <p:spPr>
            <a:xfrm>
              <a:off x="4401" y="25644"/>
              <a:ext cx="1656858" cy="994115"/>
            </a:xfrm>
            <a:prstGeom prst="rect">
              <a:avLst/>
            </a:prstGeom>
            <a:solidFill>
              <a:srgbClr val="467BCF"/>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
            <p:cNvSpPr txBox="1"/>
            <p:nvPr/>
          </p:nvSpPr>
          <p:spPr>
            <a:xfrm>
              <a:off x="4401" y="25644"/>
              <a:ext cx="1656858" cy="994115"/>
            </a:xfrm>
            <a:prstGeom prst="rect">
              <a:avLst/>
            </a:prstGeom>
            <a:noFill/>
            <a:ln>
              <a:noFill/>
            </a:ln>
          </p:spPr>
          <p:txBody>
            <a:bodyPr spcFirstLastPara="1" wrap="square" lIns="81175" tIns="85200" rIns="81175" bIns="852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Introduction &amp; Problem Statement</a:t>
              </a:r>
              <a:endParaRPr/>
            </a:p>
          </p:txBody>
        </p:sp>
        <p:sp>
          <p:nvSpPr>
            <p:cNvPr id="173" name="Google Shape;173;p2"/>
            <p:cNvSpPr/>
            <p:nvPr/>
          </p:nvSpPr>
          <p:spPr>
            <a:xfrm>
              <a:off x="3697396" y="476982"/>
              <a:ext cx="350477" cy="91440"/>
            </a:xfrm>
            <a:custGeom>
              <a:avLst/>
              <a:gdLst/>
              <a:ahLst/>
              <a:cxnLst/>
              <a:rect l="l" t="t" r="r" b="b"/>
              <a:pathLst>
                <a:path w="120000" h="120000" extrusionOk="0">
                  <a:moveTo>
                    <a:pt x="0" y="60000"/>
                  </a:moveTo>
                  <a:lnTo>
                    <a:pt x="120000" y="60000"/>
                  </a:lnTo>
                </a:path>
              </a:pathLst>
            </a:custGeom>
            <a:noFill/>
            <a:ln w="9525" cap="rnd" cmpd="sng">
              <a:solidFill>
                <a:srgbClr val="4586CD"/>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
            <p:cNvSpPr txBox="1"/>
            <p:nvPr/>
          </p:nvSpPr>
          <p:spPr>
            <a:xfrm>
              <a:off x="3863108" y="520797"/>
              <a:ext cx="19053" cy="381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75" name="Google Shape;175;p2"/>
            <p:cNvSpPr/>
            <p:nvPr/>
          </p:nvSpPr>
          <p:spPr>
            <a:xfrm>
              <a:off x="2042337" y="25644"/>
              <a:ext cx="1656858" cy="994115"/>
            </a:xfrm>
            <a:prstGeom prst="rect">
              <a:avLst/>
            </a:prstGeom>
            <a:solidFill>
              <a:srgbClr val="4484CE"/>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
            <p:cNvSpPr txBox="1"/>
            <p:nvPr/>
          </p:nvSpPr>
          <p:spPr>
            <a:xfrm>
              <a:off x="2042337" y="25644"/>
              <a:ext cx="1656858" cy="994115"/>
            </a:xfrm>
            <a:prstGeom prst="rect">
              <a:avLst/>
            </a:prstGeom>
            <a:noFill/>
            <a:ln>
              <a:noFill/>
            </a:ln>
          </p:spPr>
          <p:txBody>
            <a:bodyPr spcFirstLastPara="1" wrap="square" lIns="81175" tIns="85200" rIns="81175" bIns="852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Data Source &amp; Data Preparation</a:t>
              </a:r>
              <a:endParaRPr/>
            </a:p>
          </p:txBody>
        </p:sp>
        <p:sp>
          <p:nvSpPr>
            <p:cNvPr id="177" name="Google Shape;177;p2"/>
            <p:cNvSpPr/>
            <p:nvPr/>
          </p:nvSpPr>
          <p:spPr>
            <a:xfrm>
              <a:off x="832830" y="1017960"/>
              <a:ext cx="4075872" cy="350477"/>
            </a:xfrm>
            <a:custGeom>
              <a:avLst/>
              <a:gdLst/>
              <a:ahLst/>
              <a:cxnLst/>
              <a:rect l="l" t="t" r="r" b="b"/>
              <a:pathLst>
                <a:path w="120000" h="120000" extrusionOk="0">
                  <a:moveTo>
                    <a:pt x="120000" y="0"/>
                  </a:moveTo>
                  <a:lnTo>
                    <a:pt x="120000" y="65855"/>
                  </a:lnTo>
                  <a:lnTo>
                    <a:pt x="0" y="65855"/>
                  </a:lnTo>
                  <a:lnTo>
                    <a:pt x="0" y="120000"/>
                  </a:lnTo>
                </a:path>
              </a:pathLst>
            </a:custGeom>
            <a:noFill/>
            <a:ln w="9525" cap="rnd" cmpd="sng">
              <a:solidFill>
                <a:srgbClr val="4490CA"/>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
            <p:cNvSpPr txBox="1"/>
            <p:nvPr/>
          </p:nvSpPr>
          <p:spPr>
            <a:xfrm>
              <a:off x="2768425" y="1191293"/>
              <a:ext cx="204682" cy="381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79" name="Google Shape;179;p2"/>
            <p:cNvSpPr/>
            <p:nvPr/>
          </p:nvSpPr>
          <p:spPr>
            <a:xfrm>
              <a:off x="4080273" y="25644"/>
              <a:ext cx="1656858" cy="994115"/>
            </a:xfrm>
            <a:prstGeom prst="rect">
              <a:avLst/>
            </a:prstGeom>
            <a:solidFill>
              <a:srgbClr val="438DCB"/>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
            <p:cNvSpPr txBox="1"/>
            <p:nvPr/>
          </p:nvSpPr>
          <p:spPr>
            <a:xfrm>
              <a:off x="4080273" y="25644"/>
              <a:ext cx="1656858" cy="994115"/>
            </a:xfrm>
            <a:prstGeom prst="rect">
              <a:avLst/>
            </a:prstGeom>
            <a:noFill/>
            <a:ln>
              <a:noFill/>
            </a:ln>
          </p:spPr>
          <p:txBody>
            <a:bodyPr spcFirstLastPara="1" wrap="square" lIns="81175" tIns="85200" rIns="81175" bIns="852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Data Analysis</a:t>
              </a:r>
              <a:endParaRPr/>
            </a:p>
          </p:txBody>
        </p:sp>
        <p:sp>
          <p:nvSpPr>
            <p:cNvPr id="181" name="Google Shape;181;p2"/>
            <p:cNvSpPr/>
            <p:nvPr/>
          </p:nvSpPr>
          <p:spPr>
            <a:xfrm>
              <a:off x="1659460" y="1852175"/>
              <a:ext cx="350477" cy="91440"/>
            </a:xfrm>
            <a:custGeom>
              <a:avLst/>
              <a:gdLst/>
              <a:ahLst/>
              <a:cxnLst/>
              <a:rect l="l" t="t" r="r" b="b"/>
              <a:pathLst>
                <a:path w="120000" h="120000" extrusionOk="0">
                  <a:moveTo>
                    <a:pt x="0" y="60000"/>
                  </a:moveTo>
                  <a:lnTo>
                    <a:pt x="120000" y="60000"/>
                  </a:lnTo>
                </a:path>
              </a:pathLst>
            </a:custGeom>
            <a:noFill/>
            <a:ln w="9525" cap="rnd" cmpd="sng">
              <a:solidFill>
                <a:srgbClr val="439AC7"/>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2"/>
            <p:cNvSpPr txBox="1"/>
            <p:nvPr/>
          </p:nvSpPr>
          <p:spPr>
            <a:xfrm>
              <a:off x="1825171" y="1895989"/>
              <a:ext cx="19053" cy="381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83" name="Google Shape;183;p2"/>
            <p:cNvSpPr/>
            <p:nvPr/>
          </p:nvSpPr>
          <p:spPr>
            <a:xfrm>
              <a:off x="4401" y="1400837"/>
              <a:ext cx="1656858" cy="994115"/>
            </a:xfrm>
            <a:prstGeom prst="rect">
              <a:avLst/>
            </a:prstGeom>
            <a:solidFill>
              <a:srgbClr val="4397C8"/>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2"/>
            <p:cNvSpPr txBox="1"/>
            <p:nvPr/>
          </p:nvSpPr>
          <p:spPr>
            <a:xfrm>
              <a:off x="4401" y="1400837"/>
              <a:ext cx="1656858" cy="994115"/>
            </a:xfrm>
            <a:prstGeom prst="rect">
              <a:avLst/>
            </a:prstGeom>
            <a:noFill/>
            <a:ln>
              <a:noFill/>
            </a:ln>
          </p:spPr>
          <p:txBody>
            <a:bodyPr spcFirstLastPara="1" wrap="square" lIns="81175" tIns="85200" rIns="81175" bIns="852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Data Cleansing and Transformation</a:t>
              </a:r>
              <a:endParaRPr/>
            </a:p>
          </p:txBody>
        </p:sp>
        <p:sp>
          <p:nvSpPr>
            <p:cNvPr id="185" name="Google Shape;185;p2"/>
            <p:cNvSpPr/>
            <p:nvPr/>
          </p:nvSpPr>
          <p:spPr>
            <a:xfrm>
              <a:off x="3697396" y="1852175"/>
              <a:ext cx="350477" cy="91440"/>
            </a:xfrm>
            <a:custGeom>
              <a:avLst/>
              <a:gdLst/>
              <a:ahLst/>
              <a:cxnLst/>
              <a:rect l="l" t="t" r="r" b="b"/>
              <a:pathLst>
                <a:path w="120000" h="120000" extrusionOk="0">
                  <a:moveTo>
                    <a:pt x="0" y="60000"/>
                  </a:moveTo>
                  <a:lnTo>
                    <a:pt x="120000" y="60000"/>
                  </a:lnTo>
                </a:path>
              </a:pathLst>
            </a:custGeom>
            <a:noFill/>
            <a:ln w="9525" cap="rnd" cmpd="sng">
              <a:solidFill>
                <a:srgbClr val="43A4C4"/>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
            <p:cNvSpPr txBox="1"/>
            <p:nvPr/>
          </p:nvSpPr>
          <p:spPr>
            <a:xfrm>
              <a:off x="3863108" y="1895989"/>
              <a:ext cx="19053" cy="381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87" name="Google Shape;187;p2"/>
            <p:cNvSpPr/>
            <p:nvPr/>
          </p:nvSpPr>
          <p:spPr>
            <a:xfrm>
              <a:off x="2042337" y="1400837"/>
              <a:ext cx="1656858" cy="994115"/>
            </a:xfrm>
            <a:prstGeom prst="rect">
              <a:avLst/>
            </a:prstGeom>
            <a:solidFill>
              <a:srgbClr val="43A1C6"/>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
            <p:cNvSpPr txBox="1"/>
            <p:nvPr/>
          </p:nvSpPr>
          <p:spPr>
            <a:xfrm>
              <a:off x="2042337" y="1400837"/>
              <a:ext cx="1656858" cy="994115"/>
            </a:xfrm>
            <a:prstGeom prst="rect">
              <a:avLst/>
            </a:prstGeom>
            <a:noFill/>
            <a:ln>
              <a:noFill/>
            </a:ln>
          </p:spPr>
          <p:txBody>
            <a:bodyPr spcFirstLastPara="1" wrap="square" lIns="81175" tIns="85200" rIns="81175" bIns="852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Separate Training and Test Data</a:t>
              </a:r>
              <a:endParaRPr/>
            </a:p>
          </p:txBody>
        </p:sp>
        <p:sp>
          <p:nvSpPr>
            <p:cNvPr id="189" name="Google Shape;189;p2"/>
            <p:cNvSpPr/>
            <p:nvPr/>
          </p:nvSpPr>
          <p:spPr>
            <a:xfrm>
              <a:off x="832830" y="2393152"/>
              <a:ext cx="4075872" cy="350477"/>
            </a:xfrm>
            <a:custGeom>
              <a:avLst/>
              <a:gdLst/>
              <a:ahLst/>
              <a:cxnLst/>
              <a:rect l="l" t="t" r="r" b="b"/>
              <a:pathLst>
                <a:path w="120000" h="120000" extrusionOk="0">
                  <a:moveTo>
                    <a:pt x="120000" y="0"/>
                  </a:moveTo>
                  <a:lnTo>
                    <a:pt x="120000" y="65855"/>
                  </a:lnTo>
                  <a:lnTo>
                    <a:pt x="0" y="65855"/>
                  </a:lnTo>
                  <a:lnTo>
                    <a:pt x="0" y="120000"/>
                  </a:lnTo>
                </a:path>
              </a:pathLst>
            </a:custGeom>
            <a:noFill/>
            <a:ln w="9525" cap="rnd" cmpd="sng">
              <a:solidFill>
                <a:srgbClr val="42AFC1"/>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
            <p:cNvSpPr txBox="1"/>
            <p:nvPr/>
          </p:nvSpPr>
          <p:spPr>
            <a:xfrm>
              <a:off x="2768425" y="2566486"/>
              <a:ext cx="204682" cy="381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91" name="Google Shape;191;p2"/>
            <p:cNvSpPr/>
            <p:nvPr/>
          </p:nvSpPr>
          <p:spPr>
            <a:xfrm>
              <a:off x="4080273" y="1400837"/>
              <a:ext cx="1656858" cy="994115"/>
            </a:xfrm>
            <a:prstGeom prst="rect">
              <a:avLst/>
            </a:prstGeom>
            <a:solidFill>
              <a:srgbClr val="42AAC3"/>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
            <p:cNvSpPr txBox="1"/>
            <p:nvPr/>
          </p:nvSpPr>
          <p:spPr>
            <a:xfrm>
              <a:off x="4080273" y="1400837"/>
              <a:ext cx="1656858" cy="994115"/>
            </a:xfrm>
            <a:prstGeom prst="rect">
              <a:avLst/>
            </a:prstGeom>
            <a:noFill/>
            <a:ln>
              <a:noFill/>
            </a:ln>
          </p:spPr>
          <p:txBody>
            <a:bodyPr spcFirstLastPara="1" wrap="square" lIns="81175" tIns="85200" rIns="81175" bIns="852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Methodology</a:t>
              </a:r>
              <a:endParaRPr/>
            </a:p>
          </p:txBody>
        </p:sp>
        <p:sp>
          <p:nvSpPr>
            <p:cNvPr id="193" name="Google Shape;193;p2"/>
            <p:cNvSpPr/>
            <p:nvPr/>
          </p:nvSpPr>
          <p:spPr>
            <a:xfrm>
              <a:off x="1659460" y="3227367"/>
              <a:ext cx="350477" cy="91440"/>
            </a:xfrm>
            <a:custGeom>
              <a:avLst/>
              <a:gdLst/>
              <a:ahLst/>
              <a:cxnLst/>
              <a:rect l="l" t="t" r="r" b="b"/>
              <a:pathLst>
                <a:path w="120000" h="120000" extrusionOk="0">
                  <a:moveTo>
                    <a:pt x="0" y="60000"/>
                  </a:moveTo>
                  <a:lnTo>
                    <a:pt x="120000" y="60000"/>
                  </a:lnTo>
                </a:path>
              </a:pathLst>
            </a:custGeom>
            <a:noFill/>
            <a:ln w="9525" cap="rnd" cmpd="sng">
              <a:solidFill>
                <a:srgbClr val="42B8BE"/>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2"/>
            <p:cNvSpPr txBox="1"/>
            <p:nvPr/>
          </p:nvSpPr>
          <p:spPr>
            <a:xfrm>
              <a:off x="1825171" y="3271182"/>
              <a:ext cx="19053" cy="381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95" name="Google Shape;195;p2"/>
            <p:cNvSpPr/>
            <p:nvPr/>
          </p:nvSpPr>
          <p:spPr>
            <a:xfrm>
              <a:off x="4401" y="2776030"/>
              <a:ext cx="1656858" cy="994115"/>
            </a:xfrm>
            <a:prstGeom prst="rect">
              <a:avLst/>
            </a:prstGeom>
            <a:solidFill>
              <a:srgbClr val="42B3C0"/>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
            <p:cNvSpPr txBox="1"/>
            <p:nvPr/>
          </p:nvSpPr>
          <p:spPr>
            <a:xfrm>
              <a:off x="4401" y="2776030"/>
              <a:ext cx="1656858" cy="994115"/>
            </a:xfrm>
            <a:prstGeom prst="rect">
              <a:avLst/>
            </a:prstGeom>
            <a:noFill/>
            <a:ln>
              <a:noFill/>
            </a:ln>
          </p:spPr>
          <p:txBody>
            <a:bodyPr spcFirstLastPara="1" wrap="square" lIns="81175" tIns="85200" rIns="81175" bIns="852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Modeling Naïve Bayes to Predict order Priority</a:t>
              </a:r>
              <a:endParaRPr/>
            </a:p>
          </p:txBody>
        </p:sp>
        <p:sp>
          <p:nvSpPr>
            <p:cNvPr id="197" name="Google Shape;197;p2"/>
            <p:cNvSpPr/>
            <p:nvPr/>
          </p:nvSpPr>
          <p:spPr>
            <a:xfrm>
              <a:off x="3697396" y="3227367"/>
              <a:ext cx="350477" cy="91440"/>
            </a:xfrm>
            <a:custGeom>
              <a:avLst/>
              <a:gdLst/>
              <a:ahLst/>
              <a:cxnLst/>
              <a:rect l="l" t="t" r="r" b="b"/>
              <a:pathLst>
                <a:path w="120000" h="120000" extrusionOk="0">
                  <a:moveTo>
                    <a:pt x="0" y="60000"/>
                  </a:moveTo>
                  <a:lnTo>
                    <a:pt x="120000" y="60000"/>
                  </a:lnTo>
                </a:path>
              </a:pathLst>
            </a:custGeom>
            <a:noFill/>
            <a:ln w="9525" cap="rnd" cmpd="sng">
              <a:solidFill>
                <a:srgbClr val="42BAB4"/>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
            <p:cNvSpPr txBox="1"/>
            <p:nvPr/>
          </p:nvSpPr>
          <p:spPr>
            <a:xfrm>
              <a:off x="3863108" y="3271182"/>
              <a:ext cx="19053" cy="381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199" name="Google Shape;199;p2"/>
            <p:cNvSpPr/>
            <p:nvPr/>
          </p:nvSpPr>
          <p:spPr>
            <a:xfrm>
              <a:off x="2042337" y="2776030"/>
              <a:ext cx="1656858" cy="994115"/>
            </a:xfrm>
            <a:prstGeom prst="rect">
              <a:avLst/>
            </a:prstGeom>
            <a:solidFill>
              <a:srgbClr val="42BBBD"/>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
            <p:cNvSpPr txBox="1"/>
            <p:nvPr/>
          </p:nvSpPr>
          <p:spPr>
            <a:xfrm>
              <a:off x="2042337" y="2776030"/>
              <a:ext cx="1656858" cy="994115"/>
            </a:xfrm>
            <a:prstGeom prst="rect">
              <a:avLst/>
            </a:prstGeom>
            <a:noFill/>
            <a:ln>
              <a:noFill/>
            </a:ln>
          </p:spPr>
          <p:txBody>
            <a:bodyPr spcFirstLastPara="1" wrap="square" lIns="81175" tIns="85200" rIns="81175" bIns="852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Results Prediction &amp; evaluation</a:t>
              </a:r>
              <a:endParaRPr/>
            </a:p>
          </p:txBody>
        </p:sp>
        <p:sp>
          <p:nvSpPr>
            <p:cNvPr id="201" name="Google Shape;201;p2"/>
            <p:cNvSpPr/>
            <p:nvPr/>
          </p:nvSpPr>
          <p:spPr>
            <a:xfrm>
              <a:off x="832830" y="3768345"/>
              <a:ext cx="4075872" cy="350477"/>
            </a:xfrm>
            <a:custGeom>
              <a:avLst/>
              <a:gdLst/>
              <a:ahLst/>
              <a:cxnLst/>
              <a:rect l="l" t="t" r="r" b="b"/>
              <a:pathLst>
                <a:path w="120000" h="120000" extrusionOk="0">
                  <a:moveTo>
                    <a:pt x="120000" y="0"/>
                  </a:moveTo>
                  <a:lnTo>
                    <a:pt x="120000" y="65855"/>
                  </a:lnTo>
                  <a:lnTo>
                    <a:pt x="0" y="65855"/>
                  </a:lnTo>
                  <a:lnTo>
                    <a:pt x="0" y="120000"/>
                  </a:lnTo>
                </a:path>
              </a:pathLst>
            </a:custGeom>
            <a:noFill/>
            <a:ln w="9525" cap="rnd" cmpd="sng">
              <a:solidFill>
                <a:srgbClr val="43B5A4"/>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
            <p:cNvSpPr txBox="1"/>
            <p:nvPr/>
          </p:nvSpPr>
          <p:spPr>
            <a:xfrm>
              <a:off x="2768425" y="3941678"/>
              <a:ext cx="204682" cy="381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203" name="Google Shape;203;p2"/>
            <p:cNvSpPr/>
            <p:nvPr/>
          </p:nvSpPr>
          <p:spPr>
            <a:xfrm>
              <a:off x="4080273" y="2776030"/>
              <a:ext cx="1656858" cy="994115"/>
            </a:xfrm>
            <a:prstGeom prst="rect">
              <a:avLst/>
            </a:prstGeom>
            <a:solidFill>
              <a:srgbClr val="43B8B0"/>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
            <p:cNvSpPr txBox="1"/>
            <p:nvPr/>
          </p:nvSpPr>
          <p:spPr>
            <a:xfrm>
              <a:off x="4080273" y="2776030"/>
              <a:ext cx="1656858" cy="994115"/>
            </a:xfrm>
            <a:prstGeom prst="rect">
              <a:avLst/>
            </a:prstGeom>
            <a:noFill/>
            <a:ln>
              <a:noFill/>
            </a:ln>
          </p:spPr>
          <p:txBody>
            <a:bodyPr spcFirstLastPara="1" wrap="square" lIns="81175" tIns="85200" rIns="81175" bIns="852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Executive Summary</a:t>
              </a:r>
              <a:endParaRPr/>
            </a:p>
          </p:txBody>
        </p:sp>
        <p:sp>
          <p:nvSpPr>
            <p:cNvPr id="205" name="Google Shape;205;p2"/>
            <p:cNvSpPr/>
            <p:nvPr/>
          </p:nvSpPr>
          <p:spPr>
            <a:xfrm>
              <a:off x="1659460" y="4602560"/>
              <a:ext cx="350477" cy="91440"/>
            </a:xfrm>
            <a:custGeom>
              <a:avLst/>
              <a:gdLst/>
              <a:ahLst/>
              <a:cxnLst/>
              <a:rect l="l" t="t" r="r" b="b"/>
              <a:pathLst>
                <a:path w="120000" h="120000" extrusionOk="0">
                  <a:moveTo>
                    <a:pt x="0" y="60000"/>
                  </a:moveTo>
                  <a:lnTo>
                    <a:pt x="120000" y="60000"/>
                  </a:lnTo>
                </a:path>
              </a:pathLst>
            </a:custGeom>
            <a:noFill/>
            <a:ln w="9525" cap="rnd" cmpd="sng">
              <a:solidFill>
                <a:srgbClr val="45B096"/>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
            <p:cNvSpPr txBox="1"/>
            <p:nvPr/>
          </p:nvSpPr>
          <p:spPr>
            <a:xfrm>
              <a:off x="1825171" y="4646375"/>
              <a:ext cx="19053" cy="381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b="0" i="0" u="none" strike="noStrike" cap="none">
                <a:solidFill>
                  <a:schemeClr val="dk1"/>
                </a:solidFill>
                <a:latin typeface="Calibri"/>
                <a:ea typeface="Calibri"/>
                <a:cs typeface="Calibri"/>
                <a:sym typeface="Calibri"/>
              </a:endParaRPr>
            </a:p>
          </p:txBody>
        </p:sp>
        <p:sp>
          <p:nvSpPr>
            <p:cNvPr id="207" name="Google Shape;207;p2"/>
            <p:cNvSpPr/>
            <p:nvPr/>
          </p:nvSpPr>
          <p:spPr>
            <a:xfrm>
              <a:off x="4401" y="4151222"/>
              <a:ext cx="1656858" cy="994115"/>
            </a:xfrm>
            <a:prstGeom prst="rect">
              <a:avLst/>
            </a:prstGeom>
            <a:solidFill>
              <a:srgbClr val="44B4A3"/>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2"/>
            <p:cNvSpPr txBox="1"/>
            <p:nvPr/>
          </p:nvSpPr>
          <p:spPr>
            <a:xfrm>
              <a:off x="4401" y="4151222"/>
              <a:ext cx="1656858" cy="994115"/>
            </a:xfrm>
            <a:prstGeom prst="rect">
              <a:avLst/>
            </a:prstGeom>
            <a:noFill/>
            <a:ln>
              <a:noFill/>
            </a:ln>
          </p:spPr>
          <p:txBody>
            <a:bodyPr spcFirstLastPara="1" wrap="square" lIns="81175" tIns="85200" rIns="81175" bIns="852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Major Challenges and solutions</a:t>
              </a:r>
              <a:endParaRPr/>
            </a:p>
          </p:txBody>
        </p:sp>
        <p:sp>
          <p:nvSpPr>
            <p:cNvPr id="209" name="Google Shape;209;p2"/>
            <p:cNvSpPr/>
            <p:nvPr/>
          </p:nvSpPr>
          <p:spPr>
            <a:xfrm>
              <a:off x="2042337" y="4151222"/>
              <a:ext cx="1656858" cy="994115"/>
            </a:xfrm>
            <a:prstGeom prst="rect">
              <a:avLst/>
            </a:prstGeom>
            <a:solidFill>
              <a:srgbClr val="45B096"/>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2"/>
            <p:cNvSpPr txBox="1"/>
            <p:nvPr/>
          </p:nvSpPr>
          <p:spPr>
            <a:xfrm>
              <a:off x="2042337" y="4151222"/>
              <a:ext cx="1656858" cy="994115"/>
            </a:xfrm>
            <a:prstGeom prst="rect">
              <a:avLst/>
            </a:prstGeom>
            <a:noFill/>
            <a:ln>
              <a:noFill/>
            </a:ln>
          </p:spPr>
          <p:txBody>
            <a:bodyPr spcFirstLastPara="1" wrap="square" lIns="81175" tIns="85200" rIns="81175" bIns="85200" anchor="ctr" anchorCtr="0">
              <a:noAutofit/>
            </a:bodyPr>
            <a:lstStyle/>
            <a:p>
              <a:pPr marL="0" marR="0" lvl="0" indent="0" algn="ctr" rtl="0">
                <a:lnSpc>
                  <a:spcPct val="90000"/>
                </a:lnSpc>
                <a:spcBef>
                  <a:spcPts val="0"/>
                </a:spcBef>
                <a:spcAft>
                  <a:spcPts val="0"/>
                </a:spcAft>
                <a:buClr>
                  <a:schemeClr val="lt1"/>
                </a:buClr>
                <a:buSzPts val="1800"/>
                <a:buFont typeface="Calibri"/>
                <a:buNone/>
              </a:pPr>
              <a:r>
                <a:rPr lang="en-US" sz="1800" b="0" i="0" u="none" strike="noStrike" cap="none">
                  <a:solidFill>
                    <a:schemeClr val="lt1"/>
                  </a:solidFill>
                  <a:latin typeface="Calibri"/>
                  <a:ea typeface="Calibri"/>
                  <a:cs typeface="Calibri"/>
                  <a:sym typeface="Calibri"/>
                </a:rPr>
                <a:t>Future work</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14"/>
        <p:cNvGrpSpPr/>
        <p:nvPr/>
      </p:nvGrpSpPr>
      <p:grpSpPr>
        <a:xfrm>
          <a:off x="0" y="0"/>
          <a:ext cx="0" cy="0"/>
          <a:chOff x="0" y="0"/>
          <a:chExt cx="0" cy="0"/>
        </a:xfrm>
      </p:grpSpPr>
      <p:sp>
        <p:nvSpPr>
          <p:cNvPr id="215" name="Google Shape;215;p3"/>
          <p:cNvSpPr/>
          <p:nvPr/>
        </p:nvSpPr>
        <p:spPr>
          <a:xfrm>
            <a:off x="0" y="0"/>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16" name="Google Shape;216;p3"/>
          <p:cNvSpPr/>
          <p:nvPr/>
        </p:nvSpPr>
        <p:spPr>
          <a:xfrm>
            <a:off x="-3175" y="0"/>
            <a:ext cx="4654296" cy="6856214"/>
          </a:xfrm>
          <a:prstGeom prst="rect">
            <a:avLst/>
          </a:prstGeom>
          <a:blipFill rotWithShape="1">
            <a:blip r:embed="rId3">
              <a:alphaModFix/>
            </a:blip>
            <a:tile tx="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17" name="Google Shape;217;p3"/>
          <p:cNvPicPr preferRelativeResize="0"/>
          <p:nvPr/>
        </p:nvPicPr>
        <p:blipFill rotWithShape="1">
          <a:blip r:embed="rId4">
            <a:alphaModFix/>
          </a:blip>
          <a:srcRect r="61893"/>
          <a:stretch/>
        </p:blipFill>
        <p:spPr>
          <a:xfrm>
            <a:off x="0" y="0"/>
            <a:ext cx="4644770" cy="6856214"/>
          </a:xfrm>
          <a:prstGeom prst="rect">
            <a:avLst/>
          </a:prstGeom>
          <a:noFill/>
          <a:ln>
            <a:noFill/>
          </a:ln>
        </p:spPr>
      </p:pic>
      <p:sp>
        <p:nvSpPr>
          <p:cNvPr id="218" name="Google Shape;218;p3"/>
          <p:cNvSpPr txBox="1">
            <a:spLocks noGrp="1"/>
          </p:cNvSpPr>
          <p:nvPr>
            <p:ph type="title"/>
          </p:nvPr>
        </p:nvSpPr>
        <p:spPr>
          <a:xfrm>
            <a:off x="835702" y="643466"/>
            <a:ext cx="3289072" cy="49953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FFFF"/>
              </a:buClr>
              <a:buSzPts val="3600"/>
              <a:buFont typeface="Calibri"/>
              <a:buNone/>
            </a:pPr>
            <a:r>
              <a:rPr lang="en-US">
                <a:solidFill>
                  <a:srgbClr val="FFFFFF"/>
                </a:solidFill>
              </a:rPr>
              <a:t>INTRODUCTION AND PROBLEM STATEMENT</a:t>
            </a:r>
            <a:endParaRPr/>
          </a:p>
        </p:txBody>
      </p:sp>
      <p:sp>
        <p:nvSpPr>
          <p:cNvPr id="219" name="Google Shape;219;p3"/>
          <p:cNvSpPr/>
          <p:nvPr/>
        </p:nvSpPr>
        <p:spPr>
          <a:xfrm>
            <a:off x="4651120" y="-2"/>
            <a:ext cx="7537705" cy="685621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nvGrpSpPr>
          <p:cNvPr id="220" name="Google Shape;220;p3"/>
          <p:cNvGrpSpPr/>
          <p:nvPr/>
        </p:nvGrpSpPr>
        <p:grpSpPr>
          <a:xfrm>
            <a:off x="5467509" y="903476"/>
            <a:ext cx="5886291" cy="4719600"/>
            <a:chOff x="0" y="98805"/>
            <a:chExt cx="5886291" cy="4719600"/>
          </a:xfrm>
        </p:grpSpPr>
        <p:sp>
          <p:nvSpPr>
            <p:cNvPr id="221" name="Google Shape;221;p3"/>
            <p:cNvSpPr/>
            <p:nvPr/>
          </p:nvSpPr>
          <p:spPr>
            <a:xfrm>
              <a:off x="0" y="98805"/>
              <a:ext cx="5886291" cy="1544400"/>
            </a:xfrm>
            <a:prstGeom prst="roundRect">
              <a:avLst>
                <a:gd name="adj" fmla="val 16667"/>
              </a:avLst>
            </a:prstGeom>
            <a:solidFill>
              <a:srgbClr val="467BCF"/>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3"/>
            <p:cNvSpPr txBox="1"/>
            <p:nvPr/>
          </p:nvSpPr>
          <p:spPr>
            <a:xfrm>
              <a:off x="75391" y="174196"/>
              <a:ext cx="5735509" cy="1393618"/>
            </a:xfrm>
            <a:prstGeom prst="rect">
              <a:avLst/>
            </a:prstGeom>
            <a:no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chemeClr val="lt1"/>
                </a:buClr>
                <a:buSzPts val="1500"/>
                <a:buFont typeface="Calibri"/>
                <a:buNone/>
              </a:pPr>
              <a:r>
                <a:rPr lang="en-US" sz="1500" b="0" i="0" u="none" strike="noStrike" cap="none">
                  <a:solidFill>
                    <a:schemeClr val="lt1"/>
                  </a:solidFill>
                  <a:latin typeface="Calibri"/>
                  <a:ea typeface="Calibri"/>
                  <a:cs typeface="Calibri"/>
                  <a:sym typeface="Calibri"/>
                </a:rPr>
                <a:t>The project involves implementing data analytics lifecycle such as data preprocessing, unsupervised learning models to understand the data and the relationship between attributes and then apply classification models such as naive bayes and decision trees to predict the order priority attribute. After that we will also evaluate the accuracy of the model.</a:t>
              </a:r>
              <a:endParaRPr/>
            </a:p>
          </p:txBody>
        </p:sp>
        <p:sp>
          <p:nvSpPr>
            <p:cNvPr id="223" name="Google Shape;223;p3"/>
            <p:cNvSpPr/>
            <p:nvPr/>
          </p:nvSpPr>
          <p:spPr>
            <a:xfrm>
              <a:off x="0" y="1686405"/>
              <a:ext cx="5886291" cy="1544400"/>
            </a:xfrm>
            <a:prstGeom prst="roundRect">
              <a:avLst>
                <a:gd name="adj" fmla="val 16667"/>
              </a:avLst>
            </a:prstGeom>
            <a:solidFill>
              <a:srgbClr val="42AAC3"/>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3"/>
            <p:cNvSpPr txBox="1"/>
            <p:nvPr/>
          </p:nvSpPr>
          <p:spPr>
            <a:xfrm>
              <a:off x="75391" y="1761796"/>
              <a:ext cx="5735509" cy="1393618"/>
            </a:xfrm>
            <a:prstGeom prst="rect">
              <a:avLst/>
            </a:prstGeom>
            <a:no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chemeClr val="lt1"/>
                </a:buClr>
                <a:buSzPts val="1500"/>
                <a:buFont typeface="Calibri"/>
                <a:buNone/>
              </a:pPr>
              <a:r>
                <a:rPr lang="en-US" sz="1500" b="0" i="0" u="none" strike="noStrike" cap="none">
                  <a:solidFill>
                    <a:schemeClr val="lt1"/>
                  </a:solidFill>
                  <a:latin typeface="Calibri"/>
                  <a:ea typeface="Calibri"/>
                  <a:cs typeface="Calibri"/>
                  <a:sym typeface="Calibri"/>
                </a:rPr>
                <a:t>The </a:t>
              </a:r>
              <a:r>
                <a:rPr lang="en-US" sz="1500" b="0" i="0" u="sng" strike="noStrike" cap="none">
                  <a:solidFill>
                    <a:schemeClr val="lt1"/>
                  </a:solidFill>
                  <a:latin typeface="Calibri"/>
                  <a:ea typeface="Calibri"/>
                  <a:cs typeface="Calibri"/>
                  <a:sym typeface="Calibri"/>
                  <a:hlinkClick r:id="rId5">
                    <a:extLst>
                      <a:ext uri="{A12FA001-AC4F-418D-AE19-62706E023703}">
                        <ahyp:hlinkClr xmlns:ahyp="http://schemas.microsoft.com/office/drawing/2018/hyperlinkcolor" val="tx"/>
                      </a:ext>
                    </a:extLst>
                  </a:hlinkClick>
                </a:rPr>
                <a:t>dataset</a:t>
              </a:r>
              <a:r>
                <a:rPr lang="en-US" sz="1500" b="0" i="0" u="none" strike="noStrike" cap="none">
                  <a:solidFill>
                    <a:schemeClr val="lt1"/>
                  </a:solidFill>
                  <a:latin typeface="Calibri"/>
                  <a:ea typeface="Calibri"/>
                  <a:cs typeface="Calibri"/>
                  <a:sym typeface="Calibri"/>
                </a:rPr>
                <a:t> contains sales-order data of a Global E-commerce company. Global Super Store is a data set, It's a customer centric data set , which has the data of all the orders that have been placed through different vendors and markets , starting from the year 2011 till 2015.</a:t>
              </a:r>
              <a:endParaRPr/>
            </a:p>
          </p:txBody>
        </p:sp>
        <p:sp>
          <p:nvSpPr>
            <p:cNvPr id="225" name="Google Shape;225;p3"/>
            <p:cNvSpPr/>
            <p:nvPr/>
          </p:nvSpPr>
          <p:spPr>
            <a:xfrm>
              <a:off x="0" y="3274005"/>
              <a:ext cx="5886291" cy="1544400"/>
            </a:xfrm>
            <a:prstGeom prst="roundRect">
              <a:avLst>
                <a:gd name="adj" fmla="val 16667"/>
              </a:avLst>
            </a:prstGeom>
            <a:solidFill>
              <a:srgbClr val="45B096"/>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3"/>
            <p:cNvSpPr txBox="1"/>
            <p:nvPr/>
          </p:nvSpPr>
          <p:spPr>
            <a:xfrm>
              <a:off x="75391" y="3349396"/>
              <a:ext cx="5735509" cy="1393618"/>
            </a:xfrm>
            <a:prstGeom prst="rect">
              <a:avLst/>
            </a:prstGeom>
            <a:noFill/>
            <a:ln>
              <a:noFill/>
            </a:ln>
          </p:spPr>
          <p:txBody>
            <a:bodyPr spcFirstLastPara="1" wrap="square" lIns="57150" tIns="57150" rIns="57150" bIns="57150" anchor="ctr" anchorCtr="0">
              <a:noAutofit/>
            </a:bodyPr>
            <a:lstStyle/>
            <a:p>
              <a:pPr marL="0" marR="0" lvl="0" indent="0" algn="l" rtl="0">
                <a:lnSpc>
                  <a:spcPct val="90000"/>
                </a:lnSpc>
                <a:spcBef>
                  <a:spcPts val="0"/>
                </a:spcBef>
                <a:spcAft>
                  <a:spcPts val="0"/>
                </a:spcAft>
                <a:buClr>
                  <a:schemeClr val="lt1"/>
                </a:buClr>
                <a:buSzPts val="1500"/>
                <a:buFont typeface="Calibri"/>
                <a:buNone/>
              </a:pPr>
              <a:r>
                <a:rPr lang="en-US" sz="1500" b="0" i="0" u="none" strike="noStrike" cap="none">
                  <a:solidFill>
                    <a:schemeClr val="lt1"/>
                  </a:solidFill>
                  <a:latin typeface="Calibri"/>
                  <a:ea typeface="Calibri"/>
                  <a:cs typeface="Calibri"/>
                  <a:sym typeface="Calibri"/>
                </a:rPr>
                <a:t>The dataset has 51290  Rows / 24 Features (what each of the rows mean) </a:t>
              </a: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30"/>
        <p:cNvGrpSpPr/>
        <p:nvPr/>
      </p:nvGrpSpPr>
      <p:grpSpPr>
        <a:xfrm>
          <a:off x="0" y="0"/>
          <a:ext cx="0" cy="0"/>
          <a:chOff x="0" y="0"/>
          <a:chExt cx="0" cy="0"/>
        </a:xfrm>
      </p:grpSpPr>
      <p:sp>
        <p:nvSpPr>
          <p:cNvPr id="231" name="Google Shape;231;p4"/>
          <p:cNvSpPr/>
          <p:nvPr/>
        </p:nvSpPr>
        <p:spPr>
          <a:xfrm>
            <a:off x="0" y="0"/>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2" name="Google Shape;232;p4"/>
          <p:cNvSpPr/>
          <p:nvPr/>
        </p:nvSpPr>
        <p:spPr>
          <a:xfrm>
            <a:off x="0" y="0"/>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33" name="Google Shape;233;p4"/>
          <p:cNvPicPr preferRelativeResize="0"/>
          <p:nvPr/>
        </p:nvPicPr>
        <p:blipFill rotWithShape="1">
          <a:blip r:embed="rId4">
            <a:alphaModFix/>
          </a:blip>
          <a:srcRect/>
          <a:stretch/>
        </p:blipFill>
        <p:spPr>
          <a:xfrm>
            <a:off x="0" y="0"/>
            <a:ext cx="12188825" cy="6856214"/>
          </a:xfrm>
          <a:prstGeom prst="rect">
            <a:avLst/>
          </a:prstGeom>
          <a:noFill/>
          <a:ln>
            <a:noFill/>
          </a:ln>
        </p:spPr>
      </p:pic>
      <p:sp>
        <p:nvSpPr>
          <p:cNvPr id="234" name="Google Shape;234;p4"/>
          <p:cNvSpPr txBox="1">
            <a:spLocks noGrp="1"/>
          </p:cNvSpPr>
          <p:nvPr>
            <p:ph type="title"/>
          </p:nvPr>
        </p:nvSpPr>
        <p:spPr>
          <a:xfrm>
            <a:off x="93867" y="518786"/>
            <a:ext cx="4235844" cy="5292579"/>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FFFF"/>
              </a:buClr>
              <a:buSzPts val="3600"/>
              <a:buFont typeface="Calibri"/>
              <a:buNone/>
            </a:pPr>
            <a:r>
              <a:rPr lang="en-US">
                <a:solidFill>
                  <a:srgbClr val="FFFFFF"/>
                </a:solidFill>
              </a:rPr>
              <a:t>INTRODUCTION AND PROBLEM STATEMENT (CONTD.)</a:t>
            </a:r>
            <a:endParaRPr>
              <a:solidFill>
                <a:srgbClr val="FFFFFF"/>
              </a:solidFill>
            </a:endParaRPr>
          </a:p>
        </p:txBody>
      </p:sp>
      <p:sp>
        <p:nvSpPr>
          <p:cNvPr id="235" name="Google Shape;235;p4"/>
          <p:cNvSpPr/>
          <p:nvPr/>
        </p:nvSpPr>
        <p:spPr>
          <a:xfrm>
            <a:off x="4422108" y="0"/>
            <a:ext cx="7769892" cy="6858000"/>
          </a:xfrm>
          <a:custGeom>
            <a:avLst/>
            <a:gdLst/>
            <a:ahLst/>
            <a:cxnLst/>
            <a:rect l="l" t="t" r="r" b="b"/>
            <a:pathLst>
              <a:path w="7769892" h="6837536" extrusionOk="0">
                <a:moveTo>
                  <a:pt x="1779516" y="0"/>
                </a:moveTo>
                <a:lnTo>
                  <a:pt x="6454848" y="0"/>
                </a:lnTo>
                <a:lnTo>
                  <a:pt x="6511730" y="37905"/>
                </a:lnTo>
                <a:cubicBezTo>
                  <a:pt x="7036410" y="413592"/>
                  <a:pt x="7468976" y="909648"/>
                  <a:pt x="7769892" y="1486041"/>
                </a:cubicBezTo>
                <a:cubicBezTo>
                  <a:pt x="7769892" y="1486041"/>
                  <a:pt x="7769892" y="1486041"/>
                  <a:pt x="7769892" y="5281056"/>
                </a:cubicBezTo>
                <a:cubicBezTo>
                  <a:pt x="7437646" y="5916473"/>
                  <a:pt x="6953850" y="6452788"/>
                  <a:pt x="6353475" y="6837536"/>
                </a:cubicBezTo>
                <a:cubicBezTo>
                  <a:pt x="6353475" y="6837536"/>
                  <a:pt x="6353475" y="6837536"/>
                  <a:pt x="1882727" y="6837536"/>
                </a:cubicBezTo>
                <a:cubicBezTo>
                  <a:pt x="751925" y="6103017"/>
                  <a:pt x="0" y="4832183"/>
                  <a:pt x="0" y="3386463"/>
                </a:cubicBezTo>
                <a:cubicBezTo>
                  <a:pt x="0" y="2036566"/>
                  <a:pt x="651406" y="838748"/>
                  <a:pt x="1655292" y="88307"/>
                </a:cubicBezTo>
                <a:close/>
              </a:path>
            </a:pathLst>
          </a:custGeom>
          <a:solidFill>
            <a:schemeClr val="lt1"/>
          </a:solidFill>
          <a:ln>
            <a:noFill/>
          </a:ln>
          <a:effectLst>
            <a:outerShdw blurRad="254000" algn="tl" rotWithShape="0">
              <a:srgbClr val="000000">
                <a:alpha val="42745"/>
              </a:srgbClr>
            </a:outerShdw>
          </a:effectLst>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600"/>
              <a:buFont typeface="Arial"/>
              <a:buNone/>
            </a:pPr>
            <a:endParaRPr sz="1600" b="0" i="0" u="none" strike="noStrike" cap="none">
              <a:solidFill>
                <a:schemeClr val="dk1"/>
              </a:solidFill>
              <a:latin typeface="Calibri"/>
              <a:ea typeface="Calibri"/>
              <a:cs typeface="Calibri"/>
              <a:sym typeface="Calibri"/>
            </a:endParaRPr>
          </a:p>
        </p:txBody>
      </p:sp>
      <p:grpSp>
        <p:nvGrpSpPr>
          <p:cNvPr id="236" name="Google Shape;236;p4"/>
          <p:cNvGrpSpPr/>
          <p:nvPr/>
        </p:nvGrpSpPr>
        <p:grpSpPr>
          <a:xfrm>
            <a:off x="5617029" y="903914"/>
            <a:ext cx="5741533" cy="4950793"/>
            <a:chOff x="0" y="110094"/>
            <a:chExt cx="5741533" cy="4950793"/>
          </a:xfrm>
        </p:grpSpPr>
        <p:sp>
          <p:nvSpPr>
            <p:cNvPr id="237" name="Google Shape;237;p4"/>
            <p:cNvSpPr/>
            <p:nvPr/>
          </p:nvSpPr>
          <p:spPr>
            <a:xfrm>
              <a:off x="0" y="110094"/>
              <a:ext cx="5741533" cy="950990"/>
            </a:xfrm>
            <a:prstGeom prst="roundRect">
              <a:avLst>
                <a:gd name="adj" fmla="val 16667"/>
              </a:avLst>
            </a:prstGeom>
            <a:solidFill>
              <a:srgbClr val="467BCF"/>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4"/>
            <p:cNvSpPr txBox="1"/>
            <p:nvPr/>
          </p:nvSpPr>
          <p:spPr>
            <a:xfrm>
              <a:off x="46424" y="156518"/>
              <a:ext cx="5648685" cy="858142"/>
            </a:xfrm>
            <a:prstGeom prst="rect">
              <a:avLst/>
            </a:prstGeom>
            <a:noFill/>
            <a:ln>
              <a:noFill/>
            </a:ln>
          </p:spPr>
          <p:txBody>
            <a:bodyPr spcFirstLastPara="1" wrap="square" lIns="64750" tIns="64750" rIns="64750" bIns="64750" anchor="ctr" anchorCtr="0">
              <a:noAutofit/>
            </a:bodyPr>
            <a:lstStyle/>
            <a:p>
              <a:pPr marL="0" marR="0" lvl="0" indent="0" algn="l" rtl="0">
                <a:lnSpc>
                  <a:spcPct val="90000"/>
                </a:lnSpc>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Following are the development platforms used during the Project :- 1) RStudio  2) Tableau</a:t>
              </a:r>
              <a:endParaRPr/>
            </a:p>
          </p:txBody>
        </p:sp>
        <p:sp>
          <p:nvSpPr>
            <p:cNvPr id="239" name="Google Shape;239;p4"/>
            <p:cNvSpPr/>
            <p:nvPr/>
          </p:nvSpPr>
          <p:spPr>
            <a:xfrm>
              <a:off x="0" y="1110045"/>
              <a:ext cx="5741533" cy="950990"/>
            </a:xfrm>
            <a:prstGeom prst="roundRect">
              <a:avLst>
                <a:gd name="adj" fmla="val 16667"/>
              </a:avLst>
            </a:prstGeom>
            <a:solidFill>
              <a:srgbClr val="4393CA"/>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4"/>
            <p:cNvSpPr txBox="1"/>
            <p:nvPr/>
          </p:nvSpPr>
          <p:spPr>
            <a:xfrm>
              <a:off x="46424" y="1156469"/>
              <a:ext cx="5648685" cy="858142"/>
            </a:xfrm>
            <a:prstGeom prst="rect">
              <a:avLst/>
            </a:prstGeom>
            <a:noFill/>
            <a:ln>
              <a:noFill/>
            </a:ln>
          </p:spPr>
          <p:txBody>
            <a:bodyPr spcFirstLastPara="1" wrap="square" lIns="64750" tIns="64750" rIns="64750" bIns="64750" anchor="ctr" anchorCtr="0">
              <a:noAutofit/>
            </a:bodyPr>
            <a:lstStyle/>
            <a:p>
              <a:pPr marL="0" marR="0" lvl="0" indent="0" algn="l" rtl="0">
                <a:lnSpc>
                  <a:spcPct val="90000"/>
                </a:lnSpc>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RStudio is an IDE (Integrated Software Environment) for R. </a:t>
              </a:r>
              <a:endParaRPr/>
            </a:p>
          </p:txBody>
        </p:sp>
        <p:sp>
          <p:nvSpPr>
            <p:cNvPr id="241" name="Google Shape;241;p4"/>
            <p:cNvSpPr/>
            <p:nvPr/>
          </p:nvSpPr>
          <p:spPr>
            <a:xfrm>
              <a:off x="0" y="2109996"/>
              <a:ext cx="5741533" cy="950990"/>
            </a:xfrm>
            <a:prstGeom prst="roundRect">
              <a:avLst>
                <a:gd name="adj" fmla="val 16667"/>
              </a:avLst>
            </a:prstGeom>
            <a:solidFill>
              <a:srgbClr val="42AAC3"/>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4"/>
            <p:cNvSpPr txBox="1"/>
            <p:nvPr/>
          </p:nvSpPr>
          <p:spPr>
            <a:xfrm>
              <a:off x="46424" y="2156420"/>
              <a:ext cx="5648685" cy="858142"/>
            </a:xfrm>
            <a:prstGeom prst="rect">
              <a:avLst/>
            </a:prstGeom>
            <a:noFill/>
            <a:ln>
              <a:noFill/>
            </a:ln>
          </p:spPr>
          <p:txBody>
            <a:bodyPr spcFirstLastPara="1" wrap="square" lIns="64750" tIns="64750" rIns="64750" bIns="64750" anchor="ctr" anchorCtr="0">
              <a:noAutofit/>
            </a:bodyPr>
            <a:lstStyle/>
            <a:p>
              <a:pPr marL="0" marR="0" lvl="0" indent="0" algn="l" rtl="0">
                <a:lnSpc>
                  <a:spcPct val="90000"/>
                </a:lnSpc>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It provides a browser, syntax-highlighting editor that facilitates direct code execution, as well as plotting, history, debugging, and workspace management tools.</a:t>
              </a:r>
              <a:endParaRPr/>
            </a:p>
          </p:txBody>
        </p:sp>
        <p:sp>
          <p:nvSpPr>
            <p:cNvPr id="243" name="Google Shape;243;p4"/>
            <p:cNvSpPr/>
            <p:nvPr/>
          </p:nvSpPr>
          <p:spPr>
            <a:xfrm>
              <a:off x="0" y="3109946"/>
              <a:ext cx="5741533" cy="950990"/>
            </a:xfrm>
            <a:prstGeom prst="roundRect">
              <a:avLst>
                <a:gd name="adj" fmla="val 16667"/>
              </a:avLst>
            </a:prstGeom>
            <a:solidFill>
              <a:srgbClr val="42BBB7"/>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4"/>
            <p:cNvSpPr txBox="1"/>
            <p:nvPr/>
          </p:nvSpPr>
          <p:spPr>
            <a:xfrm>
              <a:off x="46424" y="3156370"/>
              <a:ext cx="5648685" cy="858142"/>
            </a:xfrm>
            <a:prstGeom prst="rect">
              <a:avLst/>
            </a:prstGeom>
            <a:noFill/>
            <a:ln>
              <a:noFill/>
            </a:ln>
          </p:spPr>
          <p:txBody>
            <a:bodyPr spcFirstLastPara="1" wrap="square" lIns="64750" tIns="64750" rIns="64750" bIns="64750" anchor="ctr" anchorCtr="0">
              <a:noAutofit/>
            </a:bodyPr>
            <a:lstStyle/>
            <a:p>
              <a:pPr marL="0" marR="0" lvl="0" indent="0" algn="l" rtl="0">
                <a:lnSpc>
                  <a:spcPct val="90000"/>
                </a:lnSpc>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Tableau is a powerful and fastest-growing data visualization tool used in the business intelligence sector. It helps to simplify raw data in a format that is very easy to understand.</a:t>
              </a:r>
              <a:endParaRPr/>
            </a:p>
          </p:txBody>
        </p:sp>
        <p:sp>
          <p:nvSpPr>
            <p:cNvPr id="245" name="Google Shape;245;p4"/>
            <p:cNvSpPr/>
            <p:nvPr/>
          </p:nvSpPr>
          <p:spPr>
            <a:xfrm>
              <a:off x="0" y="4109897"/>
              <a:ext cx="5741533" cy="950990"/>
            </a:xfrm>
            <a:prstGeom prst="roundRect">
              <a:avLst>
                <a:gd name="adj" fmla="val 16667"/>
              </a:avLst>
            </a:prstGeom>
            <a:solidFill>
              <a:srgbClr val="45B096"/>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4"/>
            <p:cNvSpPr txBox="1"/>
            <p:nvPr/>
          </p:nvSpPr>
          <p:spPr>
            <a:xfrm>
              <a:off x="46424" y="4156321"/>
              <a:ext cx="5648685" cy="858142"/>
            </a:xfrm>
            <a:prstGeom prst="rect">
              <a:avLst/>
            </a:prstGeom>
            <a:noFill/>
            <a:ln>
              <a:noFill/>
            </a:ln>
          </p:spPr>
          <p:txBody>
            <a:bodyPr spcFirstLastPara="1" wrap="square" lIns="64750" tIns="64750" rIns="64750" bIns="64750" anchor="ctr" anchorCtr="0">
              <a:noAutofit/>
            </a:bodyPr>
            <a:lstStyle/>
            <a:p>
              <a:pPr marL="0" marR="0" lvl="0" indent="0" algn="l" rtl="0">
                <a:lnSpc>
                  <a:spcPct val="90000"/>
                </a:lnSpc>
                <a:spcBef>
                  <a:spcPts val="0"/>
                </a:spcBef>
                <a:spcAft>
                  <a:spcPts val="0"/>
                </a:spcAft>
                <a:buClr>
                  <a:schemeClr val="lt1"/>
                </a:buClr>
                <a:buSzPts val="1700"/>
                <a:buFont typeface="Calibri"/>
                <a:buNone/>
              </a:pPr>
              <a:r>
                <a:rPr lang="en-US" sz="1700" b="0" i="0" u="none" strike="noStrike" cap="none">
                  <a:solidFill>
                    <a:schemeClr val="lt1"/>
                  </a:solidFill>
                  <a:latin typeface="Calibri"/>
                  <a:ea typeface="Calibri"/>
                  <a:cs typeface="Calibri"/>
                  <a:sym typeface="Calibri"/>
                </a:rPr>
                <a:t>The data processing is very fast with Tableau and the resulting visualizations are in the form of dashboards and worksheets.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5"/>
          <p:cNvSpPr txBox="1">
            <a:spLocks noGrp="1"/>
          </p:cNvSpPr>
          <p:nvPr>
            <p:ph type="title"/>
          </p:nvPr>
        </p:nvSpPr>
        <p:spPr>
          <a:xfrm>
            <a:off x="2091177" y="301123"/>
            <a:ext cx="7369106" cy="793369"/>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alibri"/>
              <a:buNone/>
            </a:pPr>
            <a:r>
              <a:rPr lang="en-US"/>
              <a:t>DATA SOURCE AND DATA PREPARATION</a:t>
            </a:r>
            <a:endParaRPr/>
          </a:p>
        </p:txBody>
      </p:sp>
      <p:pic>
        <p:nvPicPr>
          <p:cNvPr id="252" name="Google Shape;252;p5"/>
          <p:cNvPicPr preferRelativeResize="0">
            <a:picLocks noGrp="1"/>
          </p:cNvPicPr>
          <p:nvPr>
            <p:ph type="body" idx="1"/>
          </p:nvPr>
        </p:nvPicPr>
        <p:blipFill rotWithShape="1">
          <a:blip r:embed="rId3">
            <a:alphaModFix/>
          </a:blip>
          <a:srcRect/>
          <a:stretch/>
        </p:blipFill>
        <p:spPr>
          <a:xfrm>
            <a:off x="1137920" y="1706589"/>
            <a:ext cx="4085175" cy="2960793"/>
          </a:xfrm>
          <a:prstGeom prst="rect">
            <a:avLst/>
          </a:prstGeom>
          <a:noFill/>
          <a:ln>
            <a:noFill/>
          </a:ln>
        </p:spPr>
      </p:pic>
      <p:pic>
        <p:nvPicPr>
          <p:cNvPr id="253" name="Google Shape;253;p5"/>
          <p:cNvPicPr preferRelativeResize="0"/>
          <p:nvPr/>
        </p:nvPicPr>
        <p:blipFill rotWithShape="1">
          <a:blip r:embed="rId4">
            <a:alphaModFix/>
          </a:blip>
          <a:srcRect/>
          <a:stretch/>
        </p:blipFill>
        <p:spPr>
          <a:xfrm>
            <a:off x="6968905" y="1706589"/>
            <a:ext cx="4085175" cy="2960793"/>
          </a:xfrm>
          <a:prstGeom prst="rect">
            <a:avLst/>
          </a:prstGeom>
          <a:noFill/>
          <a:ln>
            <a:noFill/>
          </a:ln>
        </p:spPr>
      </p:pic>
      <p:sp>
        <p:nvSpPr>
          <p:cNvPr id="254" name="Google Shape;254;p5"/>
          <p:cNvSpPr txBox="1"/>
          <p:nvPr/>
        </p:nvSpPr>
        <p:spPr>
          <a:xfrm>
            <a:off x="1137920" y="1317227"/>
            <a:ext cx="1666097"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0" i="0" u="none" strike="noStrike" cap="none">
                <a:solidFill>
                  <a:schemeClr val="lt1"/>
                </a:solidFill>
                <a:latin typeface="Calibri"/>
                <a:ea typeface="Calibri"/>
                <a:cs typeface="Calibri"/>
                <a:sym typeface="Calibri"/>
              </a:rPr>
              <a:t>Original dataset</a:t>
            </a:r>
            <a:endParaRPr/>
          </a:p>
        </p:txBody>
      </p:sp>
      <p:sp>
        <p:nvSpPr>
          <p:cNvPr id="255" name="Google Shape;255;p5"/>
          <p:cNvSpPr txBox="1"/>
          <p:nvPr/>
        </p:nvSpPr>
        <p:spPr>
          <a:xfrm>
            <a:off x="6968905" y="1317227"/>
            <a:ext cx="1802288"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Only USA dataset</a:t>
            </a:r>
            <a:endParaRPr/>
          </a:p>
        </p:txBody>
      </p:sp>
      <p:sp>
        <p:nvSpPr>
          <p:cNvPr id="256" name="Google Shape;256;p5"/>
          <p:cNvSpPr txBox="1"/>
          <p:nvPr/>
        </p:nvSpPr>
        <p:spPr>
          <a:xfrm>
            <a:off x="480953" y="5151411"/>
            <a:ext cx="5399107" cy="646331"/>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The Dataset was imported to R-Studio and originally </a:t>
            </a:r>
            <a:br>
              <a:rPr lang="en-US" sz="1800">
                <a:solidFill>
                  <a:schemeClr val="lt1"/>
                </a:solidFill>
                <a:latin typeface="Calibri"/>
                <a:ea typeface="Calibri"/>
                <a:cs typeface="Calibri"/>
                <a:sym typeface="Calibri"/>
              </a:rPr>
            </a:br>
            <a:r>
              <a:rPr lang="en-US" sz="1800">
                <a:solidFill>
                  <a:schemeClr val="lt1"/>
                </a:solidFill>
                <a:latin typeface="Calibri"/>
                <a:ea typeface="Calibri"/>
                <a:cs typeface="Calibri"/>
                <a:sym typeface="Calibri"/>
              </a:rPr>
              <a:t>contained 51,290 rows of data for multiple countries</a:t>
            </a:r>
            <a:endParaRPr/>
          </a:p>
        </p:txBody>
      </p:sp>
      <p:sp>
        <p:nvSpPr>
          <p:cNvPr id="257" name="Google Shape;257;p5"/>
          <p:cNvSpPr txBox="1"/>
          <p:nvPr/>
        </p:nvSpPr>
        <p:spPr>
          <a:xfrm>
            <a:off x="6311938" y="5144824"/>
            <a:ext cx="5197064" cy="923330"/>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Using the subset method, the dataset was filtered </a:t>
            </a:r>
            <a:br>
              <a:rPr lang="en-US" sz="1800">
                <a:solidFill>
                  <a:schemeClr val="lt1"/>
                </a:solidFill>
                <a:latin typeface="Calibri"/>
                <a:ea typeface="Calibri"/>
                <a:cs typeface="Calibri"/>
                <a:sym typeface="Calibri"/>
              </a:rPr>
            </a:br>
            <a:r>
              <a:rPr lang="en-US" sz="1800">
                <a:solidFill>
                  <a:schemeClr val="lt1"/>
                </a:solidFill>
                <a:latin typeface="Calibri"/>
                <a:ea typeface="Calibri"/>
                <a:cs typeface="Calibri"/>
                <a:sym typeface="Calibri"/>
              </a:rPr>
              <a:t>down to 9,994 rows containing only USA data </a:t>
            </a:r>
            <a:br>
              <a:rPr lang="en-US" sz="1800">
                <a:solidFill>
                  <a:schemeClr val="lt1"/>
                </a:solidFill>
                <a:latin typeface="Calibri"/>
                <a:ea typeface="Calibri"/>
                <a:cs typeface="Calibri"/>
                <a:sym typeface="Calibri"/>
              </a:rPr>
            </a:br>
            <a:endParaRPr sz="1800">
              <a:solidFill>
                <a:schemeClr val="lt1"/>
              </a:solidFill>
              <a:latin typeface="Calibri"/>
              <a:ea typeface="Calibri"/>
              <a:cs typeface="Calibri"/>
              <a:sym typeface="Calibri"/>
            </a:endParaRPr>
          </a:p>
        </p:txBody>
      </p:sp>
      <p:sp>
        <p:nvSpPr>
          <p:cNvPr id="258" name="Google Shape;258;p5"/>
          <p:cNvSpPr/>
          <p:nvPr/>
        </p:nvSpPr>
        <p:spPr>
          <a:xfrm>
            <a:off x="9083040" y="2570480"/>
            <a:ext cx="518160" cy="508000"/>
          </a:xfrm>
          <a:prstGeom prst="rect">
            <a:avLst/>
          </a:prstGeom>
          <a:noFill/>
          <a:ln w="19050" cap="rnd"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6"/>
          <p:cNvSpPr txBox="1">
            <a:spLocks noGrp="1"/>
          </p:cNvSpPr>
          <p:nvPr>
            <p:ph type="title"/>
          </p:nvPr>
        </p:nvSpPr>
        <p:spPr>
          <a:xfrm>
            <a:off x="1130676" y="336444"/>
            <a:ext cx="3032759" cy="86915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alibri"/>
              <a:buNone/>
            </a:pPr>
            <a:r>
              <a:rPr lang="en-US"/>
              <a:t>DATA ANALYSIS</a:t>
            </a:r>
            <a:endParaRPr/>
          </a:p>
        </p:txBody>
      </p:sp>
      <p:pic>
        <p:nvPicPr>
          <p:cNvPr id="264" name="Google Shape;264;p6"/>
          <p:cNvPicPr preferRelativeResize="0">
            <a:picLocks noGrp="1"/>
          </p:cNvPicPr>
          <p:nvPr>
            <p:ph type="body" idx="1"/>
          </p:nvPr>
        </p:nvPicPr>
        <p:blipFill rotWithShape="1">
          <a:blip r:embed="rId3">
            <a:alphaModFix/>
          </a:blip>
          <a:srcRect/>
          <a:stretch/>
        </p:blipFill>
        <p:spPr>
          <a:xfrm>
            <a:off x="3738214" y="3562335"/>
            <a:ext cx="2330133" cy="3010417"/>
          </a:xfrm>
          <a:prstGeom prst="rect">
            <a:avLst/>
          </a:prstGeom>
          <a:noFill/>
          <a:ln>
            <a:noFill/>
          </a:ln>
        </p:spPr>
      </p:pic>
      <p:pic>
        <p:nvPicPr>
          <p:cNvPr id="265" name="Google Shape;265;p6"/>
          <p:cNvPicPr preferRelativeResize="0"/>
          <p:nvPr/>
        </p:nvPicPr>
        <p:blipFill rotWithShape="1">
          <a:blip r:embed="rId4">
            <a:alphaModFix/>
          </a:blip>
          <a:srcRect/>
          <a:stretch/>
        </p:blipFill>
        <p:spPr>
          <a:xfrm>
            <a:off x="9991530" y="3593144"/>
            <a:ext cx="1839626" cy="2948800"/>
          </a:xfrm>
          <a:prstGeom prst="rect">
            <a:avLst/>
          </a:prstGeom>
          <a:noFill/>
          <a:ln>
            <a:noFill/>
          </a:ln>
        </p:spPr>
      </p:pic>
      <p:pic>
        <p:nvPicPr>
          <p:cNvPr id="266" name="Google Shape;266;p6"/>
          <p:cNvPicPr preferRelativeResize="0"/>
          <p:nvPr/>
        </p:nvPicPr>
        <p:blipFill rotWithShape="1">
          <a:blip r:embed="rId5">
            <a:alphaModFix/>
          </a:blip>
          <a:srcRect/>
          <a:stretch/>
        </p:blipFill>
        <p:spPr>
          <a:xfrm>
            <a:off x="6096000" y="463311"/>
            <a:ext cx="2306984" cy="2932341"/>
          </a:xfrm>
          <a:prstGeom prst="rect">
            <a:avLst/>
          </a:prstGeom>
          <a:noFill/>
          <a:ln>
            <a:noFill/>
          </a:ln>
        </p:spPr>
      </p:pic>
      <p:pic>
        <p:nvPicPr>
          <p:cNvPr id="267" name="Google Shape;267;p6"/>
          <p:cNvPicPr preferRelativeResize="0"/>
          <p:nvPr/>
        </p:nvPicPr>
        <p:blipFill rotWithShape="1">
          <a:blip r:embed="rId6">
            <a:alphaModFix/>
          </a:blip>
          <a:srcRect/>
          <a:stretch/>
        </p:blipFill>
        <p:spPr>
          <a:xfrm>
            <a:off x="8943089" y="3593144"/>
            <a:ext cx="925817" cy="2932341"/>
          </a:xfrm>
          <a:prstGeom prst="rect">
            <a:avLst/>
          </a:prstGeom>
          <a:noFill/>
          <a:ln>
            <a:noFill/>
          </a:ln>
        </p:spPr>
      </p:pic>
      <p:pic>
        <p:nvPicPr>
          <p:cNvPr id="268" name="Google Shape;268;p6"/>
          <p:cNvPicPr preferRelativeResize="0"/>
          <p:nvPr/>
        </p:nvPicPr>
        <p:blipFill rotWithShape="1">
          <a:blip r:embed="rId7">
            <a:alphaModFix/>
          </a:blip>
          <a:srcRect/>
          <a:stretch/>
        </p:blipFill>
        <p:spPr>
          <a:xfrm>
            <a:off x="7652976" y="3567421"/>
            <a:ext cx="1149176" cy="2958064"/>
          </a:xfrm>
          <a:prstGeom prst="rect">
            <a:avLst/>
          </a:prstGeom>
          <a:noFill/>
          <a:ln>
            <a:noFill/>
          </a:ln>
        </p:spPr>
      </p:pic>
      <p:pic>
        <p:nvPicPr>
          <p:cNvPr id="269" name="Google Shape;269;p6"/>
          <p:cNvPicPr preferRelativeResize="0"/>
          <p:nvPr/>
        </p:nvPicPr>
        <p:blipFill rotWithShape="1">
          <a:blip r:embed="rId8">
            <a:alphaModFix/>
          </a:blip>
          <a:srcRect/>
          <a:stretch/>
        </p:blipFill>
        <p:spPr>
          <a:xfrm>
            <a:off x="8528918" y="463311"/>
            <a:ext cx="3341721" cy="2965689"/>
          </a:xfrm>
          <a:prstGeom prst="rect">
            <a:avLst/>
          </a:prstGeom>
          <a:noFill/>
          <a:ln>
            <a:noFill/>
          </a:ln>
        </p:spPr>
      </p:pic>
      <p:pic>
        <p:nvPicPr>
          <p:cNvPr id="270" name="Google Shape;270;p6"/>
          <p:cNvPicPr preferRelativeResize="0"/>
          <p:nvPr/>
        </p:nvPicPr>
        <p:blipFill rotWithShape="1">
          <a:blip r:embed="rId9">
            <a:alphaModFix/>
          </a:blip>
          <a:srcRect/>
          <a:stretch/>
        </p:blipFill>
        <p:spPr>
          <a:xfrm>
            <a:off x="6217705" y="3567421"/>
            <a:ext cx="1294334" cy="3010417"/>
          </a:xfrm>
          <a:prstGeom prst="rect">
            <a:avLst/>
          </a:prstGeom>
          <a:noFill/>
          <a:ln>
            <a:noFill/>
          </a:ln>
        </p:spPr>
      </p:pic>
      <p:sp>
        <p:nvSpPr>
          <p:cNvPr id="271" name="Google Shape;271;p6"/>
          <p:cNvSpPr txBox="1"/>
          <p:nvPr/>
        </p:nvSpPr>
        <p:spPr>
          <a:xfrm>
            <a:off x="321361" y="1608045"/>
            <a:ext cx="5727722" cy="480131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The data was then visualized using Tableau to get a  better</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understanding of the correlation between order priority</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and the relevant categorical fields. </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Most of the date belonged to the medium priority criteria.</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To remove the visual bias caused by the skewness, the data</a:t>
            </a:r>
            <a:br>
              <a:rPr lang="en-US" sz="1800">
                <a:solidFill>
                  <a:schemeClr val="lt1"/>
                </a:solidFill>
                <a:latin typeface="Calibri"/>
                <a:ea typeface="Calibri"/>
                <a:cs typeface="Calibri"/>
                <a:sym typeface="Calibri"/>
              </a:rPr>
            </a:br>
            <a:r>
              <a:rPr lang="en-US" sz="1800">
                <a:solidFill>
                  <a:schemeClr val="lt1"/>
                </a:solidFill>
                <a:latin typeface="Calibri"/>
                <a:ea typeface="Calibri"/>
                <a:cs typeface="Calibri"/>
                <a:sym typeface="Calibri"/>
              </a:rPr>
              <a:t>is presented as percentage columns.</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The following columns were </a:t>
            </a:r>
            <a:br>
              <a:rPr lang="en-US" sz="1800">
                <a:solidFill>
                  <a:schemeClr val="lt1"/>
                </a:solidFill>
                <a:latin typeface="Calibri"/>
                <a:ea typeface="Calibri"/>
                <a:cs typeface="Calibri"/>
                <a:sym typeface="Calibri"/>
              </a:rPr>
            </a:br>
            <a:r>
              <a:rPr lang="en-US" sz="1800">
                <a:solidFill>
                  <a:schemeClr val="lt1"/>
                </a:solidFill>
                <a:latin typeface="Calibri"/>
                <a:ea typeface="Calibri"/>
                <a:cs typeface="Calibri"/>
                <a:sym typeface="Calibri"/>
              </a:rPr>
              <a:t>selected to predict order priority:</a:t>
            </a:r>
            <a:endParaRPr/>
          </a:p>
          <a:p>
            <a:pPr marL="0" marR="0" lvl="0" indent="0" algn="l" rtl="0">
              <a:spcBef>
                <a:spcPts val="0"/>
              </a:spcBef>
              <a:spcAft>
                <a:spcPts val="0"/>
              </a:spcAft>
              <a:buNone/>
            </a:pPr>
            <a:endParaRPr sz="18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Days to Ship</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Quantity</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Ship Mode</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Segment</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Region</a:t>
            </a:r>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Category</a:t>
            </a:r>
            <a:endParaRPr/>
          </a:p>
        </p:txBody>
      </p:sp>
      <p:pic>
        <p:nvPicPr>
          <p:cNvPr id="272" name="Google Shape;272;p6"/>
          <p:cNvPicPr preferRelativeResize="0"/>
          <p:nvPr/>
        </p:nvPicPr>
        <p:blipFill rotWithShape="1">
          <a:blip r:embed="rId10">
            <a:alphaModFix/>
          </a:blip>
          <a:srcRect/>
          <a:stretch/>
        </p:blipFill>
        <p:spPr>
          <a:xfrm>
            <a:off x="5316906" y="487663"/>
            <a:ext cx="664210" cy="484581"/>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7"/>
          <p:cNvSpPr txBox="1">
            <a:spLocks noGrp="1"/>
          </p:cNvSpPr>
          <p:nvPr>
            <p:ph type="title"/>
          </p:nvPr>
        </p:nvSpPr>
        <p:spPr>
          <a:xfrm>
            <a:off x="2064485" y="224677"/>
            <a:ext cx="8195839" cy="94185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alibri"/>
              <a:buNone/>
            </a:pPr>
            <a:r>
              <a:rPr lang="en-US"/>
              <a:t>DATA CLEANSING AND TRANSFORMATION</a:t>
            </a:r>
            <a:endParaRPr/>
          </a:p>
        </p:txBody>
      </p:sp>
      <p:pic>
        <p:nvPicPr>
          <p:cNvPr id="278" name="Google Shape;278;p7"/>
          <p:cNvPicPr preferRelativeResize="0">
            <a:picLocks noGrp="1"/>
          </p:cNvPicPr>
          <p:nvPr>
            <p:ph type="body" idx="1"/>
          </p:nvPr>
        </p:nvPicPr>
        <p:blipFill rotWithShape="1">
          <a:blip r:embed="rId3">
            <a:alphaModFix/>
          </a:blip>
          <a:srcRect/>
          <a:stretch/>
        </p:blipFill>
        <p:spPr>
          <a:xfrm>
            <a:off x="6543041" y="1327388"/>
            <a:ext cx="4337218" cy="3591388"/>
          </a:xfrm>
          <a:prstGeom prst="rect">
            <a:avLst/>
          </a:prstGeom>
          <a:noFill/>
          <a:ln>
            <a:noFill/>
          </a:ln>
        </p:spPr>
      </p:pic>
      <p:sp>
        <p:nvSpPr>
          <p:cNvPr id="279" name="Google Shape;279;p7"/>
          <p:cNvSpPr txBox="1"/>
          <p:nvPr/>
        </p:nvSpPr>
        <p:spPr>
          <a:xfrm>
            <a:off x="6543041" y="5113903"/>
            <a:ext cx="410721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The new variable daysToShip was created </a:t>
            </a:r>
            <a:br>
              <a:rPr lang="en-US" sz="1800">
                <a:solidFill>
                  <a:schemeClr val="lt1"/>
                </a:solidFill>
                <a:latin typeface="Calibri"/>
                <a:ea typeface="Calibri"/>
                <a:cs typeface="Calibri"/>
                <a:sym typeface="Calibri"/>
              </a:rPr>
            </a:br>
            <a:r>
              <a:rPr lang="en-US" sz="1800">
                <a:solidFill>
                  <a:schemeClr val="lt1"/>
                </a:solidFill>
                <a:latin typeface="Calibri"/>
                <a:ea typeface="Calibri"/>
                <a:cs typeface="Calibri"/>
                <a:sym typeface="Calibri"/>
              </a:rPr>
              <a:t>by subtracting order date from ship date </a:t>
            </a:r>
            <a:endParaRPr/>
          </a:p>
        </p:txBody>
      </p:sp>
      <p:pic>
        <p:nvPicPr>
          <p:cNvPr id="280" name="Google Shape;280;p7"/>
          <p:cNvPicPr preferRelativeResize="0"/>
          <p:nvPr/>
        </p:nvPicPr>
        <p:blipFill rotWithShape="1">
          <a:blip r:embed="rId4">
            <a:alphaModFix/>
          </a:blip>
          <a:srcRect/>
          <a:stretch/>
        </p:blipFill>
        <p:spPr>
          <a:xfrm>
            <a:off x="631190" y="2881881"/>
            <a:ext cx="5464810" cy="772071"/>
          </a:xfrm>
          <a:prstGeom prst="rect">
            <a:avLst/>
          </a:prstGeom>
          <a:noFill/>
          <a:ln>
            <a:noFill/>
          </a:ln>
        </p:spPr>
      </p:pic>
      <p:sp>
        <p:nvSpPr>
          <p:cNvPr id="281" name="Google Shape;281;p7"/>
          <p:cNvSpPr txBox="1"/>
          <p:nvPr/>
        </p:nvSpPr>
        <p:spPr>
          <a:xfrm>
            <a:off x="514405" y="3779870"/>
            <a:ext cx="5805115"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The quantity field was converted from integer to factor in </a:t>
            </a:r>
            <a:br>
              <a:rPr lang="en-US" sz="1800">
                <a:solidFill>
                  <a:schemeClr val="lt1"/>
                </a:solidFill>
                <a:latin typeface="Calibri"/>
                <a:ea typeface="Calibri"/>
                <a:cs typeface="Calibri"/>
                <a:sym typeface="Calibri"/>
              </a:rPr>
            </a:br>
            <a:r>
              <a:rPr lang="en-US" sz="1800">
                <a:solidFill>
                  <a:schemeClr val="lt1"/>
                </a:solidFill>
                <a:latin typeface="Calibri"/>
                <a:ea typeface="Calibri"/>
                <a:cs typeface="Calibri"/>
                <a:sym typeface="Calibri"/>
              </a:rPr>
              <a:t>order for the Naïve Bayes to perform conditional probability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285"/>
        <p:cNvGrpSpPr/>
        <p:nvPr/>
      </p:nvGrpSpPr>
      <p:grpSpPr>
        <a:xfrm>
          <a:off x="0" y="0"/>
          <a:ext cx="0" cy="0"/>
          <a:chOff x="0" y="0"/>
          <a:chExt cx="0" cy="0"/>
        </a:xfrm>
      </p:grpSpPr>
      <p:sp>
        <p:nvSpPr>
          <p:cNvPr id="286" name="Google Shape;286;p8"/>
          <p:cNvSpPr txBox="1">
            <a:spLocks noGrp="1"/>
          </p:cNvSpPr>
          <p:nvPr>
            <p:ph type="title"/>
          </p:nvPr>
        </p:nvSpPr>
        <p:spPr>
          <a:xfrm>
            <a:off x="345340" y="643465"/>
            <a:ext cx="4220779" cy="4871532"/>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alibri"/>
              <a:buNone/>
            </a:pPr>
            <a:r>
              <a:rPr lang="en-US"/>
              <a:t>SEPARATE TRAINING AND TEST DATA</a:t>
            </a:r>
            <a:endParaRPr/>
          </a:p>
        </p:txBody>
      </p:sp>
      <p:sp>
        <p:nvSpPr>
          <p:cNvPr id="287" name="Google Shape;287;p8"/>
          <p:cNvSpPr txBox="1"/>
          <p:nvPr/>
        </p:nvSpPr>
        <p:spPr>
          <a:xfrm>
            <a:off x="4709650" y="643464"/>
            <a:ext cx="6838883" cy="3731891"/>
          </a:xfrm>
          <a:prstGeom prst="rect">
            <a:avLst/>
          </a:prstGeom>
          <a:noFill/>
          <a:ln>
            <a:noFill/>
          </a:ln>
        </p:spPr>
        <p:txBody>
          <a:bodyPr spcFirstLastPara="1" wrap="square" lIns="91425" tIns="45700" rIns="91425" bIns="45700" anchor="ctr" anchorCtr="0">
            <a:normAutofit/>
          </a:bodyPr>
          <a:lstStyle/>
          <a:p>
            <a:pPr marL="171450" marR="0" lvl="0" indent="-76200" algn="l" rtl="0">
              <a:lnSpc>
                <a:spcPct val="90000"/>
              </a:lnSpc>
              <a:spcBef>
                <a:spcPts val="0"/>
              </a:spcBef>
              <a:spcAft>
                <a:spcPts val="0"/>
              </a:spcAft>
              <a:buClr>
                <a:schemeClr val="lt1"/>
              </a:buClr>
              <a:buSzPts val="1500"/>
              <a:buFont typeface="Arial"/>
              <a:buNone/>
            </a:pPr>
            <a:endParaRPr sz="1500">
              <a:solidFill>
                <a:schemeClr val="lt1"/>
              </a:solidFill>
              <a:highlight>
                <a:srgbClr val="FF0000"/>
              </a:highlight>
              <a:latin typeface="Calibri"/>
              <a:ea typeface="Calibri"/>
              <a:cs typeface="Calibri"/>
              <a:sym typeface="Calibri"/>
            </a:endParaRPr>
          </a:p>
          <a:p>
            <a:pPr marL="171450" marR="0" lvl="0" indent="-171450" algn="l" rtl="0">
              <a:lnSpc>
                <a:spcPct val="90000"/>
              </a:lnSpc>
              <a:spcBef>
                <a:spcPts val="1000"/>
              </a:spcBef>
              <a:spcAft>
                <a:spcPts val="0"/>
              </a:spcAft>
              <a:buClr>
                <a:schemeClr val="lt1"/>
              </a:buClr>
              <a:buSzPts val="1500"/>
              <a:buFont typeface="Arial"/>
              <a:buChar char="•"/>
            </a:pPr>
            <a:r>
              <a:rPr lang="en-US" sz="1500">
                <a:solidFill>
                  <a:schemeClr val="lt1"/>
                </a:solidFill>
                <a:latin typeface="Calibri"/>
                <a:ea typeface="Calibri"/>
                <a:cs typeface="Calibri"/>
                <a:sym typeface="Calibri"/>
              </a:rPr>
              <a:t>The dataset is divided into training dataset and testing dataset  </a:t>
            </a:r>
            <a:endParaRPr sz="1500">
              <a:solidFill>
                <a:schemeClr val="lt1"/>
              </a:solidFill>
              <a:latin typeface="Calibri"/>
              <a:ea typeface="Calibri"/>
              <a:cs typeface="Calibri"/>
              <a:sym typeface="Calibri"/>
            </a:endParaRPr>
          </a:p>
          <a:p>
            <a:pPr marL="171450" marR="0" lvl="0" indent="-76200" algn="l" rtl="0">
              <a:lnSpc>
                <a:spcPct val="90000"/>
              </a:lnSpc>
              <a:spcBef>
                <a:spcPts val="1000"/>
              </a:spcBef>
              <a:spcAft>
                <a:spcPts val="0"/>
              </a:spcAft>
              <a:buClr>
                <a:schemeClr val="lt1"/>
              </a:buClr>
              <a:buSzPts val="1500"/>
              <a:buFont typeface="Arial"/>
              <a:buNone/>
            </a:pPr>
            <a:endParaRPr sz="1500">
              <a:solidFill>
                <a:schemeClr val="lt1"/>
              </a:solidFill>
              <a:latin typeface="Calibri"/>
              <a:ea typeface="Calibri"/>
              <a:cs typeface="Calibri"/>
              <a:sym typeface="Calibri"/>
            </a:endParaRPr>
          </a:p>
          <a:p>
            <a:pPr marL="171450" marR="0" lvl="0" indent="-171450" algn="l" rtl="0">
              <a:lnSpc>
                <a:spcPct val="90000"/>
              </a:lnSpc>
              <a:spcBef>
                <a:spcPts val="1000"/>
              </a:spcBef>
              <a:spcAft>
                <a:spcPts val="0"/>
              </a:spcAft>
              <a:buClr>
                <a:schemeClr val="lt1"/>
              </a:buClr>
              <a:buSzPts val="1500"/>
              <a:buFont typeface="Arial"/>
              <a:buChar char="•"/>
            </a:pPr>
            <a:r>
              <a:rPr lang="en-US" sz="1500">
                <a:solidFill>
                  <a:schemeClr val="lt1"/>
                </a:solidFill>
                <a:latin typeface="Calibri"/>
                <a:ea typeface="Calibri"/>
                <a:cs typeface="Calibri"/>
                <a:sym typeface="Calibri"/>
              </a:rPr>
              <a:t>The two datasets — the training dataset and test dataset, are both essential datasets as they serve because they are used for different purposes.</a:t>
            </a:r>
            <a:endParaRPr sz="1500">
              <a:solidFill>
                <a:schemeClr val="lt1"/>
              </a:solidFill>
              <a:latin typeface="Calibri"/>
              <a:ea typeface="Calibri"/>
              <a:cs typeface="Calibri"/>
              <a:sym typeface="Calibri"/>
            </a:endParaRPr>
          </a:p>
          <a:p>
            <a:pPr marL="171450" marR="0" lvl="0" indent="-76200" algn="l" rtl="0">
              <a:lnSpc>
                <a:spcPct val="90000"/>
              </a:lnSpc>
              <a:spcBef>
                <a:spcPts val="1000"/>
              </a:spcBef>
              <a:spcAft>
                <a:spcPts val="0"/>
              </a:spcAft>
              <a:buClr>
                <a:schemeClr val="lt1"/>
              </a:buClr>
              <a:buSzPts val="1500"/>
              <a:buFont typeface="Arial"/>
              <a:buNone/>
            </a:pPr>
            <a:endParaRPr sz="1500">
              <a:solidFill>
                <a:schemeClr val="lt1"/>
              </a:solidFill>
              <a:latin typeface="Calibri"/>
              <a:ea typeface="Calibri"/>
              <a:cs typeface="Calibri"/>
              <a:sym typeface="Calibri"/>
            </a:endParaRPr>
          </a:p>
          <a:p>
            <a:pPr marL="171450" marR="0" lvl="0" indent="-171450" algn="l" rtl="0">
              <a:lnSpc>
                <a:spcPct val="90000"/>
              </a:lnSpc>
              <a:spcBef>
                <a:spcPts val="1000"/>
              </a:spcBef>
              <a:spcAft>
                <a:spcPts val="0"/>
              </a:spcAft>
              <a:buClr>
                <a:schemeClr val="lt1"/>
              </a:buClr>
              <a:buSzPts val="1500"/>
              <a:buFont typeface="Arial"/>
              <a:buChar char="•"/>
            </a:pPr>
            <a:r>
              <a:rPr lang="en-US" sz="1500">
                <a:solidFill>
                  <a:schemeClr val="lt1"/>
                </a:solidFill>
                <a:latin typeface="Calibri"/>
                <a:ea typeface="Calibri"/>
                <a:cs typeface="Calibri"/>
                <a:sym typeface="Calibri"/>
              </a:rPr>
              <a:t>The </a:t>
            </a:r>
            <a:r>
              <a:rPr lang="en-US" sz="1500" b="1">
                <a:solidFill>
                  <a:schemeClr val="lt1"/>
                </a:solidFill>
                <a:latin typeface="Calibri"/>
                <a:ea typeface="Calibri"/>
                <a:cs typeface="Calibri"/>
                <a:sym typeface="Calibri"/>
              </a:rPr>
              <a:t>training dataset</a:t>
            </a:r>
            <a:r>
              <a:rPr lang="en-US" sz="1500">
                <a:solidFill>
                  <a:schemeClr val="lt1"/>
                </a:solidFill>
                <a:latin typeface="Calibri"/>
                <a:ea typeface="Calibri"/>
                <a:cs typeface="Calibri"/>
                <a:sym typeface="Calibri"/>
              </a:rPr>
              <a:t> (also called the training set, learning set, or AI training data) is the initial dataset used to train an algorithm to understand how to</a:t>
            </a:r>
            <a:endParaRPr sz="1500">
              <a:solidFill>
                <a:schemeClr val="lt1"/>
              </a:solidFill>
              <a:latin typeface="Calibri"/>
              <a:ea typeface="Calibri"/>
              <a:cs typeface="Calibri"/>
              <a:sym typeface="Calibri"/>
            </a:endParaRPr>
          </a:p>
          <a:p>
            <a:pPr marL="171450" marR="0" lvl="0" indent="-171450" algn="l" rtl="0">
              <a:lnSpc>
                <a:spcPct val="90000"/>
              </a:lnSpc>
              <a:spcBef>
                <a:spcPts val="1000"/>
              </a:spcBef>
              <a:spcAft>
                <a:spcPts val="0"/>
              </a:spcAft>
              <a:buClr>
                <a:schemeClr val="lt1"/>
              </a:buClr>
              <a:buSzPts val="1500"/>
              <a:buFont typeface="Arial"/>
              <a:buChar char="•"/>
            </a:pPr>
            <a:r>
              <a:rPr lang="en-US" sz="1500">
                <a:solidFill>
                  <a:schemeClr val="lt1"/>
                </a:solidFill>
                <a:latin typeface="Calibri"/>
                <a:ea typeface="Calibri"/>
                <a:cs typeface="Calibri"/>
                <a:sym typeface="Calibri"/>
              </a:rPr>
              <a:t> apply technologies such as neural networks, to learn and produce complex results.</a:t>
            </a:r>
            <a:endParaRPr sz="1500">
              <a:solidFill>
                <a:schemeClr val="lt1"/>
              </a:solidFill>
              <a:latin typeface="Calibri"/>
              <a:ea typeface="Calibri"/>
              <a:cs typeface="Calibri"/>
              <a:sym typeface="Calibri"/>
            </a:endParaRPr>
          </a:p>
          <a:p>
            <a:pPr marL="285750" marR="0" lvl="0" indent="-190500" algn="l" rtl="0">
              <a:lnSpc>
                <a:spcPct val="90000"/>
              </a:lnSpc>
              <a:spcBef>
                <a:spcPts val="1000"/>
              </a:spcBef>
              <a:spcAft>
                <a:spcPts val="0"/>
              </a:spcAft>
              <a:buClr>
                <a:schemeClr val="lt1"/>
              </a:buClr>
              <a:buSzPts val="1500"/>
              <a:buFont typeface="Arial"/>
              <a:buNone/>
            </a:pPr>
            <a:endParaRPr sz="1500">
              <a:solidFill>
                <a:schemeClr val="lt1"/>
              </a:solidFill>
              <a:latin typeface="Calibri"/>
              <a:ea typeface="Calibri"/>
              <a:cs typeface="Calibri"/>
              <a:sym typeface="Calibri"/>
            </a:endParaRPr>
          </a:p>
          <a:p>
            <a:pPr marL="285750" marR="0" lvl="0" indent="-285750" algn="l" rtl="0">
              <a:lnSpc>
                <a:spcPct val="90000"/>
              </a:lnSpc>
              <a:spcBef>
                <a:spcPts val="1000"/>
              </a:spcBef>
              <a:spcAft>
                <a:spcPts val="0"/>
              </a:spcAft>
              <a:buClr>
                <a:schemeClr val="lt1"/>
              </a:buClr>
              <a:buSzPts val="1500"/>
              <a:buFont typeface="Arial"/>
              <a:buChar char="•"/>
            </a:pPr>
            <a:r>
              <a:rPr lang="en-US" sz="1500">
                <a:solidFill>
                  <a:schemeClr val="lt1"/>
                </a:solidFill>
                <a:latin typeface="Calibri"/>
                <a:ea typeface="Calibri"/>
                <a:cs typeface="Calibri"/>
                <a:sym typeface="Calibri"/>
              </a:rPr>
              <a:t>The </a:t>
            </a:r>
            <a:r>
              <a:rPr lang="en-US" sz="1500" b="1">
                <a:solidFill>
                  <a:schemeClr val="lt1"/>
                </a:solidFill>
                <a:latin typeface="Calibri"/>
                <a:ea typeface="Calibri"/>
                <a:cs typeface="Calibri"/>
                <a:sym typeface="Calibri"/>
              </a:rPr>
              <a:t>test dataset</a:t>
            </a:r>
            <a:r>
              <a:rPr lang="en-US" sz="1500">
                <a:solidFill>
                  <a:schemeClr val="lt1"/>
                </a:solidFill>
                <a:latin typeface="Calibri"/>
                <a:ea typeface="Calibri"/>
                <a:cs typeface="Calibri"/>
                <a:sym typeface="Calibri"/>
              </a:rPr>
              <a:t>, however, is used to assess how well our algorithm was trained with the training dataset.</a:t>
            </a:r>
            <a:endParaRPr sz="1500">
              <a:solidFill>
                <a:schemeClr val="lt1"/>
              </a:solidFill>
              <a:latin typeface="Calibri"/>
              <a:ea typeface="Calibri"/>
              <a:cs typeface="Calibri"/>
              <a:sym typeface="Calibri"/>
            </a:endParaRPr>
          </a:p>
          <a:p>
            <a:pPr marL="0" marR="0" lvl="0" indent="0" algn="l" rtl="0">
              <a:lnSpc>
                <a:spcPct val="90000"/>
              </a:lnSpc>
              <a:spcBef>
                <a:spcPts val="1000"/>
              </a:spcBef>
              <a:spcAft>
                <a:spcPts val="0"/>
              </a:spcAft>
              <a:buClr>
                <a:schemeClr val="lt1"/>
              </a:buClr>
              <a:buSzPts val="1500"/>
              <a:buFont typeface="Arial"/>
              <a:buNone/>
            </a:pPr>
            <a:endParaRPr sz="1500">
              <a:solidFill>
                <a:schemeClr val="lt1"/>
              </a:solidFill>
              <a:latin typeface="Calibri"/>
              <a:ea typeface="Calibri"/>
              <a:cs typeface="Calibri"/>
              <a:sym typeface="Calibri"/>
            </a:endParaRPr>
          </a:p>
        </p:txBody>
      </p:sp>
      <p:pic>
        <p:nvPicPr>
          <p:cNvPr id="288" name="Google Shape;288;p8"/>
          <p:cNvPicPr preferRelativeResize="0">
            <a:picLocks noGrp="1"/>
          </p:cNvPicPr>
          <p:nvPr>
            <p:ph type="body" idx="1"/>
          </p:nvPr>
        </p:nvPicPr>
        <p:blipFill rotWithShape="1">
          <a:blip r:embed="rId4">
            <a:alphaModFix/>
          </a:blip>
          <a:srcRect/>
          <a:stretch/>
        </p:blipFill>
        <p:spPr>
          <a:xfrm>
            <a:off x="4709652" y="5062221"/>
            <a:ext cx="6838882" cy="632596"/>
          </a:xfrm>
          <a:prstGeom prst="roundRect">
            <a:avLst>
              <a:gd name="adj" fmla="val 4380"/>
            </a:avLst>
          </a:prstGeom>
          <a:noFill/>
          <a:ln w="50800" cap="sq" cmpd="dbl">
            <a:solidFill>
              <a:srgbClr val="FFFFFF"/>
            </a:solidFill>
            <a:prstDash val="solid"/>
            <a:miter lim="800000"/>
            <a:headEnd type="none" w="sm" len="sm"/>
            <a:tailEnd type="none" w="sm" len="sm"/>
          </a:ln>
          <a:effectLst>
            <a:outerShdw blurRad="254000" algn="tl" rotWithShape="0">
              <a:srgbClr val="000000">
                <a:alpha val="42745"/>
              </a:srgbClr>
            </a:outerShdw>
          </a:effectLst>
        </p:spPr>
      </p:pic>
      <p:sp>
        <p:nvSpPr>
          <p:cNvPr id="289" name="Google Shape;289;p8"/>
          <p:cNvSpPr txBox="1"/>
          <p:nvPr/>
        </p:nvSpPr>
        <p:spPr>
          <a:xfrm>
            <a:off x="685802" y="2142067"/>
            <a:ext cx="6282266" cy="3649133"/>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chemeClr val="lt1"/>
              </a:buClr>
              <a:buSzPts val="1800"/>
              <a:buFont typeface="Arial"/>
              <a:buNone/>
            </a:pPr>
            <a:endParaRPr sz="1800">
              <a:solidFill>
                <a:schemeClr val="lt1"/>
              </a:solidFill>
              <a:latin typeface="Calibri"/>
              <a:ea typeface="Calibri"/>
              <a:cs typeface="Calibri"/>
              <a:sym typeface="Calibri"/>
            </a:endParaRPr>
          </a:p>
        </p:txBody>
      </p:sp>
      <p:sp>
        <p:nvSpPr>
          <p:cNvPr id="290" name="Google Shape;290;p8"/>
          <p:cNvSpPr txBox="1"/>
          <p:nvPr/>
        </p:nvSpPr>
        <p:spPr>
          <a:xfrm>
            <a:off x="828677" y="2284942"/>
            <a:ext cx="6282266" cy="3649133"/>
          </a:xfrm>
          <a:prstGeom prst="rect">
            <a:avLst/>
          </a:prstGeom>
          <a:noFill/>
          <a:ln>
            <a:noFill/>
          </a:ln>
        </p:spPr>
        <p:txBody>
          <a:bodyPr spcFirstLastPara="1" wrap="square" lIns="91425" tIns="45700" rIns="91425" bIns="45700" anchor="ctr" anchorCtr="0">
            <a:normAutofit/>
          </a:bodyPr>
          <a:lstStyle/>
          <a:p>
            <a:pPr marL="0" marR="0" lvl="0" indent="0" algn="l" rtl="0">
              <a:spcBef>
                <a:spcPts val="0"/>
              </a:spcBef>
              <a:spcAft>
                <a:spcPts val="0"/>
              </a:spcAft>
              <a:buClr>
                <a:schemeClr val="lt1"/>
              </a:buClr>
              <a:buSzPts val="1800"/>
              <a:buFont typeface="Arial"/>
              <a:buNone/>
            </a:pPr>
            <a:endParaRPr sz="1800">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94"/>
        <p:cNvGrpSpPr/>
        <p:nvPr/>
      </p:nvGrpSpPr>
      <p:grpSpPr>
        <a:xfrm>
          <a:off x="0" y="0"/>
          <a:ext cx="0" cy="0"/>
          <a:chOff x="0" y="0"/>
          <a:chExt cx="0" cy="0"/>
        </a:xfrm>
      </p:grpSpPr>
      <p:sp>
        <p:nvSpPr>
          <p:cNvPr id="295" name="Google Shape;295;p9"/>
          <p:cNvSpPr/>
          <p:nvPr/>
        </p:nvSpPr>
        <p:spPr>
          <a:xfrm>
            <a:off x="0" y="0"/>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96" name="Google Shape;296;p9"/>
          <p:cNvSpPr/>
          <p:nvPr/>
        </p:nvSpPr>
        <p:spPr>
          <a:xfrm>
            <a:off x="-3175" y="0"/>
            <a:ext cx="4654296" cy="6856214"/>
          </a:xfrm>
          <a:prstGeom prst="rect">
            <a:avLst/>
          </a:prstGeom>
          <a:blipFill rotWithShape="1">
            <a:blip r:embed="rId3">
              <a:alphaModFix/>
            </a:blip>
            <a:tile tx="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297" name="Google Shape;297;p9"/>
          <p:cNvPicPr preferRelativeResize="0"/>
          <p:nvPr/>
        </p:nvPicPr>
        <p:blipFill rotWithShape="1">
          <a:blip r:embed="rId4">
            <a:alphaModFix/>
          </a:blip>
          <a:srcRect r="61893"/>
          <a:stretch/>
        </p:blipFill>
        <p:spPr>
          <a:xfrm>
            <a:off x="0" y="0"/>
            <a:ext cx="4644770" cy="6856214"/>
          </a:xfrm>
          <a:prstGeom prst="rect">
            <a:avLst/>
          </a:prstGeom>
          <a:noFill/>
          <a:ln>
            <a:noFill/>
          </a:ln>
        </p:spPr>
      </p:pic>
      <p:sp>
        <p:nvSpPr>
          <p:cNvPr id="298" name="Google Shape;298;p9"/>
          <p:cNvSpPr txBox="1">
            <a:spLocks noGrp="1"/>
          </p:cNvSpPr>
          <p:nvPr>
            <p:ph type="title"/>
          </p:nvPr>
        </p:nvSpPr>
        <p:spPr>
          <a:xfrm>
            <a:off x="535900" y="643466"/>
            <a:ext cx="3851202" cy="49953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FFFF"/>
              </a:buClr>
              <a:buSzPts val="3600"/>
              <a:buFont typeface="Calibri"/>
              <a:buNone/>
            </a:pPr>
            <a:r>
              <a:rPr lang="en-US">
                <a:solidFill>
                  <a:srgbClr val="FFFFFF"/>
                </a:solidFill>
              </a:rPr>
              <a:t>METHODOLOGY – DECISION TREES</a:t>
            </a:r>
            <a:endParaRPr>
              <a:solidFill>
                <a:srgbClr val="FFFFFF"/>
              </a:solidFill>
            </a:endParaRPr>
          </a:p>
        </p:txBody>
      </p:sp>
      <p:sp>
        <p:nvSpPr>
          <p:cNvPr id="299" name="Google Shape;299;p9"/>
          <p:cNvSpPr/>
          <p:nvPr/>
        </p:nvSpPr>
        <p:spPr>
          <a:xfrm>
            <a:off x="4651120" y="-2"/>
            <a:ext cx="7537705" cy="685621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300" name="Google Shape;300;p9"/>
          <p:cNvGrpSpPr/>
          <p:nvPr/>
        </p:nvGrpSpPr>
        <p:grpSpPr>
          <a:xfrm>
            <a:off x="5478715" y="1489294"/>
            <a:ext cx="6519422" cy="4074639"/>
            <a:chOff x="0" y="421285"/>
            <a:chExt cx="6519422" cy="4074639"/>
          </a:xfrm>
        </p:grpSpPr>
        <p:sp>
          <p:nvSpPr>
            <p:cNvPr id="301" name="Google Shape;301;p9"/>
            <p:cNvSpPr/>
            <p:nvPr/>
          </p:nvSpPr>
          <p:spPr>
            <a:xfrm>
              <a:off x="0" y="421285"/>
              <a:ext cx="2037319" cy="1222391"/>
            </a:xfrm>
            <a:prstGeom prst="rect">
              <a:avLst/>
            </a:prstGeom>
            <a:solidFill>
              <a:srgbClr val="467BCF"/>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9"/>
            <p:cNvSpPr txBox="1"/>
            <p:nvPr/>
          </p:nvSpPr>
          <p:spPr>
            <a:xfrm>
              <a:off x="0" y="421285"/>
              <a:ext cx="2037319" cy="1222391"/>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Calibri"/>
                <a:buNone/>
              </a:pPr>
              <a:r>
                <a:rPr lang="en-US" sz="1000">
                  <a:solidFill>
                    <a:schemeClr val="lt1"/>
                  </a:solidFill>
                  <a:latin typeface="Calibri"/>
                  <a:ea typeface="Calibri"/>
                  <a:cs typeface="Calibri"/>
                  <a:sym typeface="Calibri"/>
                </a:rPr>
                <a:t>To predict the order priority we have implemented Decision Tree and Naïve Bayes model. </a:t>
              </a:r>
              <a:endParaRPr/>
            </a:p>
          </p:txBody>
        </p:sp>
        <p:sp>
          <p:nvSpPr>
            <p:cNvPr id="303" name="Google Shape;303;p9"/>
            <p:cNvSpPr/>
            <p:nvPr/>
          </p:nvSpPr>
          <p:spPr>
            <a:xfrm>
              <a:off x="2241051" y="421285"/>
              <a:ext cx="2037319" cy="1222391"/>
            </a:xfrm>
            <a:prstGeom prst="rect">
              <a:avLst/>
            </a:prstGeom>
            <a:solidFill>
              <a:srgbClr val="448ACB"/>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9"/>
            <p:cNvSpPr txBox="1"/>
            <p:nvPr/>
          </p:nvSpPr>
          <p:spPr>
            <a:xfrm>
              <a:off x="2241051" y="421285"/>
              <a:ext cx="2037319" cy="1222391"/>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Calibri"/>
                <a:buNone/>
              </a:pPr>
              <a:r>
                <a:rPr lang="en-US" sz="1000" b="1">
                  <a:solidFill>
                    <a:schemeClr val="lt1"/>
                  </a:solidFill>
                  <a:latin typeface="Calibri"/>
                  <a:ea typeface="Calibri"/>
                  <a:cs typeface="Calibri"/>
                  <a:sym typeface="Calibri"/>
                </a:rPr>
                <a:t>Decision Trees :-</a:t>
              </a:r>
              <a:r>
                <a:rPr lang="en-US" sz="1000">
                  <a:solidFill>
                    <a:schemeClr val="lt1"/>
                  </a:solidFill>
                  <a:latin typeface="Calibri"/>
                  <a:ea typeface="Calibri"/>
                  <a:cs typeface="Calibri"/>
                  <a:sym typeface="Calibri"/>
                </a:rPr>
                <a:t> The decision tree is a visual representation of all possible alternatives to a decision on the basis of such conditions. It's called a decision tree because it begins with a single box (or root) and then divides into a variety of solutions, much like a branch. </a:t>
              </a:r>
              <a:endParaRPr/>
            </a:p>
          </p:txBody>
        </p:sp>
        <p:sp>
          <p:nvSpPr>
            <p:cNvPr id="305" name="Google Shape;305;p9"/>
            <p:cNvSpPr/>
            <p:nvPr/>
          </p:nvSpPr>
          <p:spPr>
            <a:xfrm>
              <a:off x="4482103" y="421285"/>
              <a:ext cx="2037319" cy="1222391"/>
            </a:xfrm>
            <a:prstGeom prst="rect">
              <a:avLst/>
            </a:prstGeom>
            <a:solidFill>
              <a:srgbClr val="439AC7"/>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9"/>
            <p:cNvSpPr txBox="1"/>
            <p:nvPr/>
          </p:nvSpPr>
          <p:spPr>
            <a:xfrm>
              <a:off x="4482103" y="421285"/>
              <a:ext cx="2037319" cy="1222391"/>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Calibri"/>
                <a:buNone/>
              </a:pPr>
              <a:r>
                <a:rPr lang="en-US" sz="1000">
                  <a:solidFill>
                    <a:schemeClr val="lt1"/>
                  </a:solidFill>
                  <a:latin typeface="Calibri"/>
                  <a:ea typeface="Calibri"/>
                  <a:cs typeface="Calibri"/>
                  <a:sym typeface="Calibri"/>
                </a:rPr>
                <a:t>In Decision Trees each node represents a predictor variable (feature), the link between the nodes represents a Decision and each leaf node represents an outcome (response variable).</a:t>
              </a:r>
              <a:endParaRPr/>
            </a:p>
          </p:txBody>
        </p:sp>
        <p:sp>
          <p:nvSpPr>
            <p:cNvPr id="307" name="Google Shape;307;p9"/>
            <p:cNvSpPr/>
            <p:nvPr/>
          </p:nvSpPr>
          <p:spPr>
            <a:xfrm>
              <a:off x="0" y="1847409"/>
              <a:ext cx="2037319" cy="1222391"/>
            </a:xfrm>
            <a:prstGeom prst="rect">
              <a:avLst/>
            </a:prstGeom>
            <a:solidFill>
              <a:srgbClr val="42AAC3"/>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9"/>
            <p:cNvSpPr txBox="1"/>
            <p:nvPr/>
          </p:nvSpPr>
          <p:spPr>
            <a:xfrm>
              <a:off x="0" y="1847409"/>
              <a:ext cx="2037319" cy="1222391"/>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Calibri"/>
                <a:buNone/>
              </a:pPr>
              <a:r>
                <a:rPr lang="en-US" sz="1000">
                  <a:solidFill>
                    <a:schemeClr val="lt1"/>
                  </a:solidFill>
                  <a:latin typeface="Calibri"/>
                  <a:ea typeface="Calibri"/>
                  <a:cs typeface="Calibri"/>
                  <a:sym typeface="Calibri"/>
                </a:rPr>
                <a:t>It is considered to be the most understandable Machine Learning algorithm and can be easily interpreted. </a:t>
              </a:r>
              <a:endParaRPr/>
            </a:p>
          </p:txBody>
        </p:sp>
        <p:sp>
          <p:nvSpPr>
            <p:cNvPr id="309" name="Google Shape;309;p9"/>
            <p:cNvSpPr/>
            <p:nvPr/>
          </p:nvSpPr>
          <p:spPr>
            <a:xfrm>
              <a:off x="2241051" y="1847409"/>
              <a:ext cx="2037319" cy="1222391"/>
            </a:xfrm>
            <a:prstGeom prst="rect">
              <a:avLst/>
            </a:prstGeom>
            <a:solidFill>
              <a:srgbClr val="42B8BE"/>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9"/>
            <p:cNvSpPr txBox="1"/>
            <p:nvPr/>
          </p:nvSpPr>
          <p:spPr>
            <a:xfrm>
              <a:off x="2241051" y="1847409"/>
              <a:ext cx="2037319" cy="1222391"/>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Calibri"/>
                <a:buNone/>
              </a:pPr>
              <a:r>
                <a:rPr lang="en-US" sz="1000">
                  <a:solidFill>
                    <a:schemeClr val="lt1"/>
                  </a:solidFill>
                  <a:latin typeface="Calibri"/>
                  <a:ea typeface="Calibri"/>
                  <a:cs typeface="Calibri"/>
                  <a:sym typeface="Calibri"/>
                </a:rPr>
                <a:t>It can be used for problems with grouping and regression. </a:t>
              </a:r>
              <a:endParaRPr/>
            </a:p>
          </p:txBody>
        </p:sp>
        <p:sp>
          <p:nvSpPr>
            <p:cNvPr id="311" name="Google Shape;311;p9"/>
            <p:cNvSpPr/>
            <p:nvPr/>
          </p:nvSpPr>
          <p:spPr>
            <a:xfrm>
              <a:off x="4482103" y="1847409"/>
              <a:ext cx="2037319" cy="1222391"/>
            </a:xfrm>
            <a:prstGeom prst="rect">
              <a:avLst/>
            </a:prstGeom>
            <a:solidFill>
              <a:srgbClr val="43B8AC"/>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9"/>
            <p:cNvSpPr txBox="1"/>
            <p:nvPr/>
          </p:nvSpPr>
          <p:spPr>
            <a:xfrm>
              <a:off x="4482103" y="1847409"/>
              <a:ext cx="2037319" cy="1222391"/>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Calibri"/>
                <a:buNone/>
              </a:pPr>
              <a:r>
                <a:rPr lang="en-US" sz="1000">
                  <a:solidFill>
                    <a:schemeClr val="lt1"/>
                  </a:solidFill>
                  <a:latin typeface="Calibri"/>
                  <a:ea typeface="Calibri"/>
                  <a:cs typeface="Calibri"/>
                  <a:sym typeface="Calibri"/>
                </a:rPr>
                <a:t>Unlike most Machine Learning algorithms, it works efficiently with non-linear data. </a:t>
              </a:r>
              <a:endParaRPr/>
            </a:p>
          </p:txBody>
        </p:sp>
        <p:sp>
          <p:nvSpPr>
            <p:cNvPr id="313" name="Google Shape;313;p9"/>
            <p:cNvSpPr/>
            <p:nvPr/>
          </p:nvSpPr>
          <p:spPr>
            <a:xfrm>
              <a:off x="2241051" y="3273533"/>
              <a:ext cx="2037319" cy="1222391"/>
            </a:xfrm>
            <a:prstGeom prst="rect">
              <a:avLst/>
            </a:prstGeom>
            <a:solidFill>
              <a:srgbClr val="45B096"/>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9"/>
            <p:cNvSpPr txBox="1"/>
            <p:nvPr/>
          </p:nvSpPr>
          <p:spPr>
            <a:xfrm>
              <a:off x="2241051" y="3273533"/>
              <a:ext cx="2037319" cy="1222391"/>
            </a:xfrm>
            <a:prstGeom prst="rect">
              <a:avLst/>
            </a:prstGeom>
            <a:noFill/>
            <a:ln>
              <a:noFill/>
            </a:ln>
          </p:spPr>
          <p:txBody>
            <a:bodyPr spcFirstLastPara="1" wrap="square" lIns="38100" tIns="38100" rIns="38100" bIns="38100" anchor="ctr" anchorCtr="0">
              <a:noAutofit/>
            </a:bodyPr>
            <a:lstStyle/>
            <a:p>
              <a:pPr marL="0" marR="0" lvl="0" indent="0" algn="ctr" rtl="0">
                <a:lnSpc>
                  <a:spcPct val="90000"/>
                </a:lnSpc>
                <a:spcBef>
                  <a:spcPts val="0"/>
                </a:spcBef>
                <a:spcAft>
                  <a:spcPts val="0"/>
                </a:spcAft>
                <a:buClr>
                  <a:schemeClr val="lt1"/>
                </a:buClr>
                <a:buSzPts val="1000"/>
                <a:buFont typeface="Calibri"/>
                <a:buNone/>
              </a:pPr>
              <a:r>
                <a:rPr lang="en-US" sz="1000">
                  <a:solidFill>
                    <a:schemeClr val="lt1"/>
                  </a:solidFill>
                  <a:latin typeface="Calibri"/>
                  <a:ea typeface="Calibri"/>
                  <a:cs typeface="Calibri"/>
                  <a:sym typeface="Calibri"/>
                </a:rPr>
                <a:t>Building a Decision Tree is a very quick process, since it uses only one feature per node to split the data.</a:t>
              </a: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18"/>
        <p:cNvGrpSpPr/>
        <p:nvPr/>
      </p:nvGrpSpPr>
      <p:grpSpPr>
        <a:xfrm>
          <a:off x="0" y="0"/>
          <a:ext cx="0" cy="0"/>
          <a:chOff x="0" y="0"/>
          <a:chExt cx="0" cy="0"/>
        </a:xfrm>
      </p:grpSpPr>
      <p:sp>
        <p:nvSpPr>
          <p:cNvPr id="319" name="Google Shape;319;p10"/>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0" name="Google Shape;320;p10"/>
          <p:cNvSpPr/>
          <p:nvPr/>
        </p:nvSpPr>
        <p:spPr>
          <a:xfrm>
            <a:off x="0" y="0"/>
            <a:ext cx="12188825" cy="2284214"/>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21" name="Google Shape;321;p10"/>
          <p:cNvSpPr/>
          <p:nvPr/>
        </p:nvSpPr>
        <p:spPr>
          <a:xfrm>
            <a:off x="0" y="0"/>
            <a:ext cx="12192000" cy="2284214"/>
          </a:xfrm>
          <a:prstGeom prst="rect">
            <a:avLst/>
          </a:prstGeom>
          <a:blipFill rotWithShape="1">
            <a:blip r:embed="rId3">
              <a:alphaModFix/>
            </a:blip>
            <a:tile tx="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22" name="Google Shape;322;p10"/>
          <p:cNvPicPr preferRelativeResize="0"/>
          <p:nvPr/>
        </p:nvPicPr>
        <p:blipFill rotWithShape="1">
          <a:blip r:embed="rId4">
            <a:alphaModFix/>
          </a:blip>
          <a:srcRect b="66684"/>
          <a:stretch/>
        </p:blipFill>
        <p:spPr>
          <a:xfrm>
            <a:off x="-3175" y="0"/>
            <a:ext cx="12188825" cy="2284214"/>
          </a:xfrm>
          <a:prstGeom prst="rect">
            <a:avLst/>
          </a:prstGeom>
          <a:noFill/>
          <a:ln>
            <a:noFill/>
          </a:ln>
        </p:spPr>
      </p:pic>
      <p:sp>
        <p:nvSpPr>
          <p:cNvPr id="323" name="Google Shape;323;p10"/>
          <p:cNvSpPr txBox="1">
            <a:spLocks noGrp="1"/>
          </p:cNvSpPr>
          <p:nvPr>
            <p:ph type="title"/>
          </p:nvPr>
        </p:nvSpPr>
        <p:spPr>
          <a:xfrm>
            <a:off x="2327848" y="490749"/>
            <a:ext cx="7120901" cy="1219200"/>
          </a:xfrm>
          <a:prstGeom prst="rect">
            <a:avLst/>
          </a:prstGeom>
          <a:noFill/>
          <a:ln>
            <a:noFill/>
          </a:ln>
        </p:spPr>
        <p:txBody>
          <a:bodyPr spcFirstLastPara="1" wrap="square" lIns="91425" tIns="45700" rIns="91425" bIns="45700" anchor="ctr" anchorCtr="0">
            <a:normAutofit/>
          </a:bodyPr>
          <a:lstStyle/>
          <a:p>
            <a:pPr marL="0" lvl="0" indent="0" algn="ctr" rtl="0">
              <a:spcBef>
                <a:spcPts val="0"/>
              </a:spcBef>
              <a:spcAft>
                <a:spcPts val="0"/>
              </a:spcAft>
              <a:buClr>
                <a:srgbClr val="FFFFFF"/>
              </a:buClr>
              <a:buSzPts val="4400"/>
              <a:buFont typeface="Calibri"/>
              <a:buNone/>
            </a:pPr>
            <a:r>
              <a:rPr lang="en-US" sz="4400">
                <a:solidFill>
                  <a:srgbClr val="FFFFFF"/>
                </a:solidFill>
              </a:rPr>
              <a:t>METHODOLOGY - NAÏVE BAYES</a:t>
            </a:r>
            <a:endParaRPr sz="4400">
              <a:solidFill>
                <a:srgbClr val="FFFFFF"/>
              </a:solidFill>
            </a:endParaRPr>
          </a:p>
        </p:txBody>
      </p:sp>
      <p:grpSp>
        <p:nvGrpSpPr>
          <p:cNvPr id="324" name="Google Shape;324;p10"/>
          <p:cNvGrpSpPr/>
          <p:nvPr/>
        </p:nvGrpSpPr>
        <p:grpSpPr>
          <a:xfrm>
            <a:off x="2022418" y="2746214"/>
            <a:ext cx="8480782" cy="3505063"/>
            <a:chOff x="993718" y="3014"/>
            <a:chExt cx="8480782" cy="3505063"/>
          </a:xfrm>
        </p:grpSpPr>
        <p:sp>
          <p:nvSpPr>
            <p:cNvPr id="325" name="Google Shape;325;p10"/>
            <p:cNvSpPr/>
            <p:nvPr/>
          </p:nvSpPr>
          <p:spPr>
            <a:xfrm>
              <a:off x="3443012" y="692622"/>
              <a:ext cx="533151" cy="91440"/>
            </a:xfrm>
            <a:custGeom>
              <a:avLst/>
              <a:gdLst/>
              <a:ahLst/>
              <a:cxnLst/>
              <a:rect l="l" t="t" r="r" b="b"/>
              <a:pathLst>
                <a:path w="120000" h="120000" extrusionOk="0">
                  <a:moveTo>
                    <a:pt x="0" y="60000"/>
                  </a:moveTo>
                  <a:lnTo>
                    <a:pt x="120000" y="60000"/>
                  </a:lnTo>
                </a:path>
              </a:pathLst>
            </a:custGeom>
            <a:noFill/>
            <a:ln w="9525" cap="rnd" cmpd="sng">
              <a:solidFill>
                <a:srgbClr val="467BCF"/>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0"/>
            <p:cNvSpPr txBox="1"/>
            <p:nvPr/>
          </p:nvSpPr>
          <p:spPr>
            <a:xfrm>
              <a:off x="3695493" y="735521"/>
              <a:ext cx="28187" cy="5643"/>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27" name="Google Shape;327;p10"/>
            <p:cNvSpPr/>
            <p:nvPr/>
          </p:nvSpPr>
          <p:spPr>
            <a:xfrm>
              <a:off x="993718" y="3014"/>
              <a:ext cx="2451093" cy="1470655"/>
            </a:xfrm>
            <a:prstGeom prst="rect">
              <a:avLst/>
            </a:prstGeom>
            <a:solidFill>
              <a:srgbClr val="467BCF"/>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0"/>
            <p:cNvSpPr txBox="1"/>
            <p:nvPr/>
          </p:nvSpPr>
          <p:spPr>
            <a:xfrm>
              <a:off x="993718" y="3014"/>
              <a:ext cx="2451093" cy="1470655"/>
            </a:xfrm>
            <a:prstGeom prst="rect">
              <a:avLst/>
            </a:prstGeom>
            <a:noFill/>
            <a:ln>
              <a:noFill/>
            </a:ln>
          </p:spPr>
          <p:txBody>
            <a:bodyPr spcFirstLastPara="1" wrap="square" lIns="120100" tIns="126050" rIns="120100" bIns="12605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Naïve bayes Algorithm :-  Naive Bayes is a probabilistic machine learning model used as a classifier. This falls under Supervised Learning Algorithms. </a:t>
              </a:r>
              <a:endParaRPr/>
            </a:p>
          </p:txBody>
        </p:sp>
        <p:sp>
          <p:nvSpPr>
            <p:cNvPr id="329" name="Google Shape;329;p10"/>
            <p:cNvSpPr/>
            <p:nvPr/>
          </p:nvSpPr>
          <p:spPr>
            <a:xfrm>
              <a:off x="6457856" y="692622"/>
              <a:ext cx="533151" cy="91440"/>
            </a:xfrm>
            <a:custGeom>
              <a:avLst/>
              <a:gdLst/>
              <a:ahLst/>
              <a:cxnLst/>
              <a:rect l="l" t="t" r="r" b="b"/>
              <a:pathLst>
                <a:path w="120000" h="120000" extrusionOk="0">
                  <a:moveTo>
                    <a:pt x="0" y="60000"/>
                  </a:moveTo>
                  <a:lnTo>
                    <a:pt x="120000" y="60000"/>
                  </a:lnTo>
                </a:path>
              </a:pathLst>
            </a:custGeom>
            <a:noFill/>
            <a:ln w="9525" cap="rnd" cmpd="sng">
              <a:solidFill>
                <a:srgbClr val="46B297"/>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0"/>
            <p:cNvSpPr txBox="1"/>
            <p:nvPr/>
          </p:nvSpPr>
          <p:spPr>
            <a:xfrm>
              <a:off x="6710338" y="735521"/>
              <a:ext cx="28187" cy="5643"/>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31" name="Google Shape;331;p10"/>
            <p:cNvSpPr/>
            <p:nvPr/>
          </p:nvSpPr>
          <p:spPr>
            <a:xfrm>
              <a:off x="4008563" y="3014"/>
              <a:ext cx="2451093" cy="1470655"/>
            </a:xfrm>
            <a:prstGeom prst="rect">
              <a:avLst/>
            </a:prstGeom>
            <a:solidFill>
              <a:srgbClr val="46B297"/>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0"/>
            <p:cNvSpPr txBox="1"/>
            <p:nvPr/>
          </p:nvSpPr>
          <p:spPr>
            <a:xfrm>
              <a:off x="4008563" y="3014"/>
              <a:ext cx="2451093" cy="1470655"/>
            </a:xfrm>
            <a:prstGeom prst="rect">
              <a:avLst/>
            </a:prstGeom>
            <a:noFill/>
            <a:ln>
              <a:noFill/>
            </a:ln>
          </p:spPr>
          <p:txBody>
            <a:bodyPr spcFirstLastPara="1" wrap="square" lIns="120100" tIns="126050" rIns="120100" bIns="12605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The term naive is used as it means that the functions of the model are independent of each other. This is changing the value of one feature, which does not directly influence or change the value of any of the other features used in the algorithm.</a:t>
              </a:r>
              <a:endParaRPr/>
            </a:p>
          </p:txBody>
        </p:sp>
        <p:sp>
          <p:nvSpPr>
            <p:cNvPr id="333" name="Google Shape;333;p10"/>
            <p:cNvSpPr/>
            <p:nvPr/>
          </p:nvSpPr>
          <p:spPr>
            <a:xfrm>
              <a:off x="2219265" y="1471870"/>
              <a:ext cx="6029688" cy="533151"/>
            </a:xfrm>
            <a:custGeom>
              <a:avLst/>
              <a:gdLst/>
              <a:ahLst/>
              <a:cxnLst/>
              <a:rect l="l" t="t" r="r" b="b"/>
              <a:pathLst>
                <a:path w="120000" h="120000" extrusionOk="0">
                  <a:moveTo>
                    <a:pt x="120000" y="0"/>
                  </a:moveTo>
                  <a:lnTo>
                    <a:pt x="120000" y="63849"/>
                  </a:lnTo>
                  <a:lnTo>
                    <a:pt x="0" y="63849"/>
                  </a:lnTo>
                  <a:lnTo>
                    <a:pt x="0" y="120000"/>
                  </a:lnTo>
                </a:path>
              </a:pathLst>
            </a:custGeom>
            <a:noFill/>
            <a:ln w="9525" cap="rnd" cmpd="sng">
              <a:solidFill>
                <a:srgbClr val="8FBA4A"/>
              </a:solidFill>
              <a:prstDash val="solid"/>
              <a:round/>
              <a:headEnd type="none" w="sm" len="sm"/>
              <a:tailEnd type="stealth"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0"/>
            <p:cNvSpPr txBox="1"/>
            <p:nvPr/>
          </p:nvSpPr>
          <p:spPr>
            <a:xfrm>
              <a:off x="5082710" y="1735624"/>
              <a:ext cx="302799" cy="5643"/>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Calibri"/>
                <a:buNone/>
              </a:pPr>
              <a:endParaRPr sz="500">
                <a:solidFill>
                  <a:schemeClr val="dk1"/>
                </a:solidFill>
                <a:latin typeface="Calibri"/>
                <a:ea typeface="Calibri"/>
                <a:cs typeface="Calibri"/>
                <a:sym typeface="Calibri"/>
              </a:endParaRPr>
            </a:p>
          </p:txBody>
        </p:sp>
        <p:sp>
          <p:nvSpPr>
            <p:cNvPr id="335" name="Google Shape;335;p10"/>
            <p:cNvSpPr/>
            <p:nvPr/>
          </p:nvSpPr>
          <p:spPr>
            <a:xfrm>
              <a:off x="7023407" y="3014"/>
              <a:ext cx="2451093" cy="1470655"/>
            </a:xfrm>
            <a:prstGeom prst="rect">
              <a:avLst/>
            </a:prstGeom>
            <a:solidFill>
              <a:srgbClr val="8FBA4A"/>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0"/>
            <p:cNvSpPr txBox="1"/>
            <p:nvPr/>
          </p:nvSpPr>
          <p:spPr>
            <a:xfrm>
              <a:off x="7023407" y="3014"/>
              <a:ext cx="2451093" cy="1470655"/>
            </a:xfrm>
            <a:prstGeom prst="rect">
              <a:avLst/>
            </a:prstGeom>
            <a:noFill/>
            <a:ln>
              <a:noFill/>
            </a:ln>
          </p:spPr>
          <p:txBody>
            <a:bodyPr spcFirstLastPara="1" wrap="square" lIns="120100" tIns="126050" rIns="120100" bIns="12605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The intuition behind this algorithm is the theorem of Bayes. Bayes Theorem tells the probability of an event occurring, given the probability of another event that has already occurred. </a:t>
              </a:r>
              <a:endParaRPr/>
            </a:p>
          </p:txBody>
        </p:sp>
        <p:sp>
          <p:nvSpPr>
            <p:cNvPr id="337" name="Google Shape;337;p10"/>
            <p:cNvSpPr/>
            <p:nvPr/>
          </p:nvSpPr>
          <p:spPr>
            <a:xfrm>
              <a:off x="993718" y="2037422"/>
              <a:ext cx="2451093" cy="1470655"/>
            </a:xfrm>
            <a:prstGeom prst="rect">
              <a:avLst/>
            </a:prstGeom>
            <a:solidFill>
              <a:schemeClr val="accent5"/>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0"/>
            <p:cNvSpPr txBox="1"/>
            <p:nvPr/>
          </p:nvSpPr>
          <p:spPr>
            <a:xfrm>
              <a:off x="993718" y="2037422"/>
              <a:ext cx="2451093" cy="1470655"/>
            </a:xfrm>
            <a:prstGeom prst="rect">
              <a:avLst/>
            </a:prstGeom>
            <a:noFill/>
            <a:ln>
              <a:noFill/>
            </a:ln>
          </p:spPr>
          <p:txBody>
            <a:bodyPr spcFirstLastPara="1" wrap="square" lIns="120100" tIns="126050" rIns="120100" bIns="12605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The naive classifiers of Bayes assume that the value of a particular feature is independent of the value of any other feature given the class variable.</a:t>
              </a: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11"/>
          <p:cNvSpPr txBox="1">
            <a:spLocks noGrp="1"/>
          </p:cNvSpPr>
          <p:nvPr>
            <p:ph type="title"/>
          </p:nvPr>
        </p:nvSpPr>
        <p:spPr>
          <a:xfrm>
            <a:off x="750267" y="119348"/>
            <a:ext cx="10730866" cy="1019054"/>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alibri"/>
              <a:buNone/>
            </a:pPr>
            <a:r>
              <a:rPr lang="en-US"/>
              <a:t>MODELING DECISION TREE TO PREDICT ORDER PRIORITY</a:t>
            </a:r>
            <a:endParaRPr/>
          </a:p>
        </p:txBody>
      </p:sp>
      <p:pic>
        <p:nvPicPr>
          <p:cNvPr id="344" name="Google Shape;344;p11"/>
          <p:cNvPicPr preferRelativeResize="0"/>
          <p:nvPr/>
        </p:nvPicPr>
        <p:blipFill rotWithShape="1">
          <a:blip r:embed="rId3">
            <a:alphaModFix/>
          </a:blip>
          <a:srcRect/>
          <a:stretch/>
        </p:blipFill>
        <p:spPr>
          <a:xfrm>
            <a:off x="3302000" y="1370111"/>
            <a:ext cx="8890000" cy="5486400"/>
          </a:xfrm>
          <a:prstGeom prst="rect">
            <a:avLst/>
          </a:prstGeom>
          <a:noFill/>
          <a:ln>
            <a:noFill/>
          </a:ln>
        </p:spPr>
      </p:pic>
      <p:pic>
        <p:nvPicPr>
          <p:cNvPr id="345" name="Google Shape;345;p11"/>
          <p:cNvPicPr preferRelativeResize="0">
            <a:picLocks noGrp="1"/>
          </p:cNvPicPr>
          <p:nvPr>
            <p:ph type="body" idx="1"/>
          </p:nvPr>
        </p:nvPicPr>
        <p:blipFill rotWithShape="1">
          <a:blip r:embed="rId4">
            <a:alphaModFix/>
          </a:blip>
          <a:srcRect/>
          <a:stretch/>
        </p:blipFill>
        <p:spPr>
          <a:xfrm>
            <a:off x="2748281" y="1370111"/>
            <a:ext cx="5260973" cy="695487"/>
          </a:xfrm>
          <a:prstGeom prst="rect">
            <a:avLst/>
          </a:prstGeom>
          <a:noFill/>
          <a:ln>
            <a:noFill/>
          </a:ln>
        </p:spPr>
      </p:pic>
      <p:sp>
        <p:nvSpPr>
          <p:cNvPr id="346" name="Google Shape;346;p11"/>
          <p:cNvSpPr txBox="1"/>
          <p:nvPr/>
        </p:nvSpPr>
        <p:spPr>
          <a:xfrm>
            <a:off x="53299" y="2128602"/>
            <a:ext cx="3169266" cy="452431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The decision tree illustrates</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the order priority based on</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number of days to ship the</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order. If the number of days</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to ship the order is greater than</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or equal to 4.5, the order</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priority will be medium and if</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days to ship is less than 4.5,</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the order priority will be high</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and furthermore, if the days to</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ship is less than 3.5, the order</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priority will remain high.</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Therefore, the decision tree is</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modeled based on number of</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days to ship the order so that</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the store can prioritize its order.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2"/>
          <p:cNvSpPr txBox="1">
            <a:spLocks noGrp="1"/>
          </p:cNvSpPr>
          <p:nvPr>
            <p:ph type="title"/>
          </p:nvPr>
        </p:nvSpPr>
        <p:spPr>
          <a:xfrm>
            <a:off x="989935" y="262327"/>
            <a:ext cx="10303623" cy="881645"/>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alibri"/>
              <a:buNone/>
            </a:pPr>
            <a:r>
              <a:rPr lang="en-US"/>
              <a:t>MODELING NAÏVE BAYES TO PREDICT ORDER PRIORITY</a:t>
            </a:r>
            <a:endParaRPr/>
          </a:p>
        </p:txBody>
      </p:sp>
      <p:pic>
        <p:nvPicPr>
          <p:cNvPr id="352" name="Google Shape;352;p12"/>
          <p:cNvPicPr preferRelativeResize="0">
            <a:picLocks noGrp="1"/>
          </p:cNvPicPr>
          <p:nvPr>
            <p:ph type="body" idx="1"/>
          </p:nvPr>
        </p:nvPicPr>
        <p:blipFill rotWithShape="1">
          <a:blip r:embed="rId3">
            <a:alphaModFix/>
          </a:blip>
          <a:srcRect/>
          <a:stretch/>
        </p:blipFill>
        <p:spPr>
          <a:xfrm>
            <a:off x="5118058" y="1865332"/>
            <a:ext cx="7001330" cy="531598"/>
          </a:xfrm>
          <a:prstGeom prst="rect">
            <a:avLst/>
          </a:prstGeom>
          <a:noFill/>
          <a:ln>
            <a:noFill/>
          </a:ln>
        </p:spPr>
      </p:pic>
      <p:pic>
        <p:nvPicPr>
          <p:cNvPr id="353" name="Google Shape;353;p12"/>
          <p:cNvPicPr preferRelativeResize="0"/>
          <p:nvPr/>
        </p:nvPicPr>
        <p:blipFill rotWithShape="1">
          <a:blip r:embed="rId4">
            <a:alphaModFix/>
          </a:blip>
          <a:srcRect/>
          <a:stretch/>
        </p:blipFill>
        <p:spPr>
          <a:xfrm>
            <a:off x="5118058" y="2858958"/>
            <a:ext cx="3030179" cy="3080978"/>
          </a:xfrm>
          <a:prstGeom prst="rect">
            <a:avLst/>
          </a:prstGeom>
          <a:noFill/>
          <a:ln>
            <a:noFill/>
          </a:ln>
        </p:spPr>
      </p:pic>
      <p:pic>
        <p:nvPicPr>
          <p:cNvPr id="354" name="Google Shape;354;p12"/>
          <p:cNvPicPr preferRelativeResize="0"/>
          <p:nvPr/>
        </p:nvPicPr>
        <p:blipFill rotWithShape="1">
          <a:blip r:embed="rId5">
            <a:alphaModFix/>
          </a:blip>
          <a:srcRect/>
          <a:stretch/>
        </p:blipFill>
        <p:spPr>
          <a:xfrm>
            <a:off x="8832464" y="2858958"/>
            <a:ext cx="3257101" cy="3080978"/>
          </a:xfrm>
          <a:prstGeom prst="rect">
            <a:avLst/>
          </a:prstGeom>
          <a:noFill/>
          <a:ln>
            <a:noFill/>
          </a:ln>
        </p:spPr>
      </p:pic>
      <p:sp>
        <p:nvSpPr>
          <p:cNvPr id="355" name="Google Shape;355;p12"/>
          <p:cNvSpPr txBox="1"/>
          <p:nvPr/>
        </p:nvSpPr>
        <p:spPr>
          <a:xfrm>
            <a:off x="155064" y="2276006"/>
            <a:ext cx="4878407" cy="31393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The Naïve Bayes shows the effect of different</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factors such as ship mode, days to ship, segment,</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category and quantity on order priority of the store.</a:t>
            </a: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If the ship mode is first class, it has higher chances</a:t>
            </a:r>
            <a:endParaRPr sz="1800">
              <a:solidFill>
                <a:schemeClr val="lt1"/>
              </a:solidFill>
              <a:latin typeface="Calibri"/>
              <a:ea typeface="Calibri"/>
              <a:cs typeface="Calibri"/>
              <a:sym typeface="Calibri"/>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of getting critical order priority. If the ship mode is</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standard class, it can be categorized in the low</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order priority. Also, the conditional probability</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shows that if the number of shipping days is high,</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the order priority will be low which resembles to</a:t>
            </a:r>
            <a:endParaRPr/>
          </a:p>
          <a:p>
            <a:pPr marL="0" marR="0" lvl="0" indent="0" algn="l" rtl="0">
              <a:spcBef>
                <a:spcPts val="0"/>
              </a:spcBef>
              <a:spcAft>
                <a:spcPts val="0"/>
              </a:spcAft>
              <a:buNone/>
            </a:pPr>
            <a:r>
              <a:rPr lang="en-US" sz="1800">
                <a:solidFill>
                  <a:schemeClr val="lt1"/>
                </a:solidFill>
                <a:latin typeface="Calibri"/>
                <a:ea typeface="Calibri"/>
                <a:cs typeface="Calibri"/>
                <a:sym typeface="Calibri"/>
              </a:rPr>
              <a:t>our results from the decision tree.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13"/>
          <p:cNvSpPr txBox="1">
            <a:spLocks noGrp="1"/>
          </p:cNvSpPr>
          <p:nvPr>
            <p:ph type="title"/>
          </p:nvPr>
        </p:nvSpPr>
        <p:spPr>
          <a:xfrm>
            <a:off x="2026252" y="209822"/>
            <a:ext cx="7879624" cy="893250"/>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alibri"/>
              <a:buNone/>
            </a:pPr>
            <a:r>
              <a:rPr lang="en-US"/>
              <a:t>RESULTS (PREDICTION) AND EVALUATION </a:t>
            </a:r>
            <a:endParaRPr/>
          </a:p>
        </p:txBody>
      </p:sp>
      <p:pic>
        <p:nvPicPr>
          <p:cNvPr id="361" name="Google Shape;361;p13"/>
          <p:cNvPicPr preferRelativeResize="0">
            <a:picLocks noGrp="1"/>
          </p:cNvPicPr>
          <p:nvPr>
            <p:ph type="body" idx="1"/>
          </p:nvPr>
        </p:nvPicPr>
        <p:blipFill rotWithShape="1">
          <a:blip r:embed="rId3">
            <a:alphaModFix/>
          </a:blip>
          <a:srcRect/>
          <a:stretch/>
        </p:blipFill>
        <p:spPr>
          <a:xfrm>
            <a:off x="614679" y="1823129"/>
            <a:ext cx="2004904" cy="187960"/>
          </a:xfrm>
          <a:prstGeom prst="rect">
            <a:avLst/>
          </a:prstGeom>
          <a:noFill/>
          <a:ln>
            <a:noFill/>
          </a:ln>
        </p:spPr>
      </p:pic>
      <p:pic>
        <p:nvPicPr>
          <p:cNvPr id="362" name="Google Shape;362;p13"/>
          <p:cNvPicPr preferRelativeResize="0"/>
          <p:nvPr/>
        </p:nvPicPr>
        <p:blipFill rotWithShape="1">
          <a:blip r:embed="rId4">
            <a:alphaModFix/>
          </a:blip>
          <a:srcRect/>
          <a:stretch/>
        </p:blipFill>
        <p:spPr>
          <a:xfrm>
            <a:off x="614679" y="2011089"/>
            <a:ext cx="4699001" cy="2725279"/>
          </a:xfrm>
          <a:prstGeom prst="rect">
            <a:avLst/>
          </a:prstGeom>
          <a:noFill/>
          <a:ln>
            <a:noFill/>
          </a:ln>
        </p:spPr>
      </p:pic>
      <p:pic>
        <p:nvPicPr>
          <p:cNvPr id="363" name="Google Shape;363;p13"/>
          <p:cNvPicPr preferRelativeResize="0"/>
          <p:nvPr/>
        </p:nvPicPr>
        <p:blipFill rotWithShape="1">
          <a:blip r:embed="rId5">
            <a:alphaModFix/>
          </a:blip>
          <a:srcRect/>
          <a:stretch/>
        </p:blipFill>
        <p:spPr>
          <a:xfrm>
            <a:off x="6639561" y="1823129"/>
            <a:ext cx="4699000" cy="2912577"/>
          </a:xfrm>
          <a:prstGeom prst="rect">
            <a:avLst/>
          </a:prstGeom>
          <a:noFill/>
          <a:ln>
            <a:noFill/>
          </a:ln>
        </p:spPr>
      </p:pic>
      <p:sp>
        <p:nvSpPr>
          <p:cNvPr id="364" name="Google Shape;364;p13"/>
          <p:cNvSpPr txBox="1"/>
          <p:nvPr/>
        </p:nvSpPr>
        <p:spPr>
          <a:xfrm>
            <a:off x="614679" y="1107441"/>
            <a:ext cx="143853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Decision Tree</a:t>
            </a:r>
            <a:endParaRPr/>
          </a:p>
        </p:txBody>
      </p:sp>
      <p:sp>
        <p:nvSpPr>
          <p:cNvPr id="365" name="Google Shape;365;p13"/>
          <p:cNvSpPr txBox="1"/>
          <p:nvPr/>
        </p:nvSpPr>
        <p:spPr>
          <a:xfrm>
            <a:off x="6639561" y="1091536"/>
            <a:ext cx="1305422"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lt1"/>
                </a:solidFill>
                <a:latin typeface="Calibri"/>
                <a:ea typeface="Calibri"/>
                <a:cs typeface="Calibri"/>
                <a:sym typeface="Calibri"/>
              </a:rPr>
              <a:t>Naïve Bayes</a:t>
            </a:r>
            <a:endParaRPr/>
          </a:p>
        </p:txBody>
      </p:sp>
      <p:sp>
        <p:nvSpPr>
          <p:cNvPr id="366" name="Google Shape;366;p13"/>
          <p:cNvSpPr txBox="1"/>
          <p:nvPr/>
        </p:nvSpPr>
        <p:spPr>
          <a:xfrm>
            <a:off x="7527697" y="4959919"/>
            <a:ext cx="3196581" cy="147732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Accuracy : 0.5855</a:t>
            </a:r>
            <a:endParaRPr sz="18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95% CI : (0.5636, 0.6073)</a:t>
            </a:r>
            <a:endParaRPr sz="18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No Information Rate : 0.5675</a:t>
            </a:r>
            <a:endParaRPr sz="18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P-Value [Acc &gt; NIR] : 0.05405</a:t>
            </a:r>
            <a:endParaRPr sz="18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Kappa : 0.2665</a:t>
            </a:r>
            <a:endParaRPr sz="1800">
              <a:solidFill>
                <a:schemeClr val="lt1"/>
              </a:solidFill>
              <a:latin typeface="Calibri"/>
              <a:ea typeface="Calibri"/>
              <a:cs typeface="Calibri"/>
              <a:sym typeface="Calibri"/>
            </a:endParaRPr>
          </a:p>
        </p:txBody>
      </p:sp>
      <p:sp>
        <p:nvSpPr>
          <p:cNvPr id="367" name="Google Shape;367;p13"/>
          <p:cNvSpPr txBox="1"/>
          <p:nvPr/>
        </p:nvSpPr>
        <p:spPr>
          <a:xfrm>
            <a:off x="1476657" y="4962631"/>
            <a:ext cx="3371436" cy="1477328"/>
          </a:xfrm>
          <a:prstGeom prst="rect">
            <a:avLst/>
          </a:prstGeom>
          <a:noFill/>
          <a:ln>
            <a:noFill/>
          </a:ln>
        </p:spPr>
        <p:txBody>
          <a:bodyPr spcFirstLastPara="1" wrap="square" lIns="91425" tIns="45700" rIns="91425" bIns="45700" anchor="t" anchorCtr="0">
            <a:spAutoFit/>
          </a:bodyPr>
          <a:lstStyle/>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Accuracy : 0.6222</a:t>
            </a:r>
            <a:endParaRPr sz="18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95% CI : (0.6005, 0.6435)</a:t>
            </a:r>
            <a:endParaRPr sz="18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No Information Rate : 0.5675</a:t>
            </a:r>
            <a:endParaRPr sz="18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P-Value [Acc &gt; NIR] : 4.021e-07</a:t>
            </a:r>
            <a:endParaRPr sz="1800">
              <a:solidFill>
                <a:schemeClr val="lt1"/>
              </a:solidFill>
              <a:latin typeface="Calibri"/>
              <a:ea typeface="Calibri"/>
              <a:cs typeface="Calibri"/>
              <a:sym typeface="Calibri"/>
            </a:endParaRPr>
          </a:p>
          <a:p>
            <a:pPr marL="285750" marR="0" lvl="0" indent="-285750" algn="l" rtl="0">
              <a:spcBef>
                <a:spcPts val="0"/>
              </a:spcBef>
              <a:spcAft>
                <a:spcPts val="0"/>
              </a:spcAft>
              <a:buClr>
                <a:schemeClr val="lt1"/>
              </a:buClr>
              <a:buSzPts val="1800"/>
              <a:buFont typeface="Arial"/>
              <a:buChar char="•"/>
            </a:pPr>
            <a:r>
              <a:rPr lang="en-US" sz="1800">
                <a:solidFill>
                  <a:schemeClr val="lt1"/>
                </a:solidFill>
                <a:latin typeface="Calibri"/>
                <a:ea typeface="Calibri"/>
                <a:cs typeface="Calibri"/>
                <a:sym typeface="Calibri"/>
              </a:rPr>
              <a:t>Kappa : 0.2786</a:t>
            </a:r>
            <a:endParaRPr sz="180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14"/>
          <p:cNvSpPr txBox="1">
            <a:spLocks noGrp="1"/>
          </p:cNvSpPr>
          <p:nvPr>
            <p:ph type="title"/>
          </p:nvPr>
        </p:nvSpPr>
        <p:spPr>
          <a:xfrm>
            <a:off x="3596391" y="996846"/>
            <a:ext cx="4297753" cy="71925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lt1"/>
              </a:buClr>
              <a:buSzPts val="3600"/>
              <a:buFont typeface="Calibri"/>
              <a:buNone/>
            </a:pPr>
            <a:r>
              <a:rPr lang="en-US"/>
              <a:t>EXECUTIVE SUMMARY</a:t>
            </a:r>
            <a:endParaRPr/>
          </a:p>
        </p:txBody>
      </p:sp>
      <p:sp>
        <p:nvSpPr>
          <p:cNvPr id="373" name="Google Shape;373;p14"/>
          <p:cNvSpPr txBox="1">
            <a:spLocks noGrp="1"/>
          </p:cNvSpPr>
          <p:nvPr>
            <p:ph type="body" idx="1"/>
          </p:nvPr>
        </p:nvSpPr>
        <p:spPr>
          <a:xfrm>
            <a:off x="573375" y="1380066"/>
            <a:ext cx="11055819" cy="4598511"/>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SzPts val="1800"/>
              <a:buNone/>
            </a:pPr>
            <a:r>
              <a:rPr lang="en-US"/>
              <a:t>In this project, we have implemented data analytics lifecycle, such as data pre-processing and un-supervised learning model to get better insights of the data and visualized the data by using Tableau to get profound understanding of the co-relation between order priority and other different fields of the dataset. We applied classification models such as Decision Tree and Naïve Bayes to predict the order priority of the store. In addition, we have plotted the ROC curve to calculate the performance of our model. After evaluating both the models to predict the order priority, the accuracy that we got is 88% which shows that all the factors like ship mode, days to ship, segment, category and quantity have a big impact on the order priority in order to evaluate and analyze our classification model. Also, the accuracy prediction of our model will help the store in prioritizing its orders to get better in business.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77"/>
        <p:cNvGrpSpPr/>
        <p:nvPr/>
      </p:nvGrpSpPr>
      <p:grpSpPr>
        <a:xfrm>
          <a:off x="0" y="0"/>
          <a:ext cx="0" cy="0"/>
          <a:chOff x="0" y="0"/>
          <a:chExt cx="0" cy="0"/>
        </a:xfrm>
      </p:grpSpPr>
      <p:sp>
        <p:nvSpPr>
          <p:cNvPr id="378" name="Google Shape;378;p15"/>
          <p:cNvSpPr/>
          <p:nvPr/>
        </p:nvSpPr>
        <p:spPr>
          <a:xfrm>
            <a:off x="0" y="0"/>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379" name="Google Shape;379;p15"/>
          <p:cNvSpPr/>
          <p:nvPr/>
        </p:nvSpPr>
        <p:spPr>
          <a:xfrm>
            <a:off x="0" y="0"/>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80" name="Google Shape;380;p15"/>
          <p:cNvPicPr preferRelativeResize="0"/>
          <p:nvPr/>
        </p:nvPicPr>
        <p:blipFill rotWithShape="1">
          <a:blip r:embed="rId4">
            <a:alphaModFix/>
          </a:blip>
          <a:srcRect/>
          <a:stretch/>
        </p:blipFill>
        <p:spPr>
          <a:xfrm>
            <a:off x="0" y="0"/>
            <a:ext cx="12188825" cy="6856214"/>
          </a:xfrm>
          <a:prstGeom prst="rect">
            <a:avLst/>
          </a:prstGeom>
          <a:noFill/>
          <a:ln>
            <a:noFill/>
          </a:ln>
        </p:spPr>
      </p:pic>
      <p:sp>
        <p:nvSpPr>
          <p:cNvPr id="381" name="Google Shape;381;p15"/>
          <p:cNvSpPr txBox="1">
            <a:spLocks noGrp="1"/>
          </p:cNvSpPr>
          <p:nvPr>
            <p:ph type="title"/>
          </p:nvPr>
        </p:nvSpPr>
        <p:spPr>
          <a:xfrm>
            <a:off x="531080" y="543770"/>
            <a:ext cx="3398894" cy="5292579"/>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FFFF"/>
              </a:buClr>
              <a:buSzPts val="3600"/>
              <a:buFont typeface="Calibri"/>
              <a:buNone/>
            </a:pPr>
            <a:r>
              <a:rPr lang="en-US">
                <a:solidFill>
                  <a:srgbClr val="FFFFFF"/>
                </a:solidFill>
              </a:rPr>
              <a:t>MAJOR CHALLENGES AND SOLUTIONS</a:t>
            </a:r>
            <a:endParaRPr>
              <a:solidFill>
                <a:srgbClr val="FFFFFF"/>
              </a:solidFill>
            </a:endParaRPr>
          </a:p>
        </p:txBody>
      </p:sp>
      <p:sp>
        <p:nvSpPr>
          <p:cNvPr id="382" name="Google Shape;382;p15"/>
          <p:cNvSpPr/>
          <p:nvPr/>
        </p:nvSpPr>
        <p:spPr>
          <a:xfrm>
            <a:off x="4422108" y="0"/>
            <a:ext cx="7769892" cy="6858000"/>
          </a:xfrm>
          <a:custGeom>
            <a:avLst/>
            <a:gdLst/>
            <a:ahLst/>
            <a:cxnLst/>
            <a:rect l="l" t="t" r="r" b="b"/>
            <a:pathLst>
              <a:path w="7769892" h="6837536" extrusionOk="0">
                <a:moveTo>
                  <a:pt x="1779516" y="0"/>
                </a:moveTo>
                <a:lnTo>
                  <a:pt x="6454848" y="0"/>
                </a:lnTo>
                <a:lnTo>
                  <a:pt x="6511730" y="37905"/>
                </a:lnTo>
                <a:cubicBezTo>
                  <a:pt x="7036410" y="413592"/>
                  <a:pt x="7468976" y="909648"/>
                  <a:pt x="7769892" y="1486041"/>
                </a:cubicBezTo>
                <a:cubicBezTo>
                  <a:pt x="7769892" y="1486041"/>
                  <a:pt x="7769892" y="1486041"/>
                  <a:pt x="7769892" y="5281056"/>
                </a:cubicBezTo>
                <a:cubicBezTo>
                  <a:pt x="7437646" y="5916473"/>
                  <a:pt x="6953850" y="6452788"/>
                  <a:pt x="6353475" y="6837536"/>
                </a:cubicBezTo>
                <a:cubicBezTo>
                  <a:pt x="6353475" y="6837536"/>
                  <a:pt x="6353475" y="6837536"/>
                  <a:pt x="1882727" y="6837536"/>
                </a:cubicBezTo>
                <a:cubicBezTo>
                  <a:pt x="751925" y="6103017"/>
                  <a:pt x="0" y="4832183"/>
                  <a:pt x="0" y="3386463"/>
                </a:cubicBezTo>
                <a:cubicBezTo>
                  <a:pt x="0" y="2036566"/>
                  <a:pt x="651406" y="838748"/>
                  <a:pt x="1655292" y="88307"/>
                </a:cubicBezTo>
                <a:close/>
              </a:path>
            </a:pathLst>
          </a:custGeom>
          <a:solidFill>
            <a:schemeClr val="lt1"/>
          </a:solidFill>
          <a:ln>
            <a:noFill/>
          </a:ln>
          <a:effectLst>
            <a:outerShdw blurRad="254000" algn="tl" rotWithShape="0">
              <a:srgbClr val="000000">
                <a:alpha val="42745"/>
              </a:srgbClr>
            </a:outerShdw>
          </a:effectLst>
        </p:spPr>
        <p:txBody>
          <a:bodyPr spcFirstLastPara="1" wrap="square" lIns="91425" tIns="45700" rIns="91425" bIns="45700" anchor="t" anchorCtr="0">
            <a:noAutofit/>
          </a:bodyPr>
          <a:lstStyle/>
          <a:p>
            <a:pPr marL="0" marR="0" lvl="0" indent="0" algn="ctr" rtl="0">
              <a:spcBef>
                <a:spcPts val="0"/>
              </a:spcBef>
              <a:spcAft>
                <a:spcPts val="0"/>
              </a:spcAft>
              <a:buClr>
                <a:schemeClr val="dk1"/>
              </a:buClr>
              <a:buSzPts val="1600"/>
              <a:buFont typeface="Arial"/>
              <a:buNone/>
            </a:pPr>
            <a:endParaRPr sz="1600" cap="none">
              <a:solidFill>
                <a:schemeClr val="dk1"/>
              </a:solidFill>
              <a:latin typeface="Calibri"/>
              <a:ea typeface="Calibri"/>
              <a:cs typeface="Calibri"/>
              <a:sym typeface="Calibri"/>
            </a:endParaRPr>
          </a:p>
        </p:txBody>
      </p:sp>
      <p:grpSp>
        <p:nvGrpSpPr>
          <p:cNvPr id="383" name="Google Shape;383;p15"/>
          <p:cNvGrpSpPr/>
          <p:nvPr/>
        </p:nvGrpSpPr>
        <p:grpSpPr>
          <a:xfrm>
            <a:off x="5617029" y="793820"/>
            <a:ext cx="5741533" cy="5170982"/>
            <a:chOff x="0" y="0"/>
            <a:chExt cx="5741533" cy="5170982"/>
          </a:xfrm>
        </p:grpSpPr>
        <p:cxnSp>
          <p:nvCxnSpPr>
            <p:cNvPr id="384" name="Google Shape;384;p15"/>
            <p:cNvCxnSpPr/>
            <p:nvPr/>
          </p:nvCxnSpPr>
          <p:spPr>
            <a:xfrm>
              <a:off x="0" y="0"/>
              <a:ext cx="5741533" cy="0"/>
            </a:xfrm>
            <a:prstGeom prst="straightConnector1">
              <a:avLst/>
            </a:prstGeom>
            <a:solidFill>
              <a:srgbClr val="AB3BC1"/>
            </a:solidFill>
            <a:ln w="19050" cap="rnd" cmpd="sng">
              <a:solidFill>
                <a:srgbClr val="AB3BC1"/>
              </a:solidFill>
              <a:prstDash val="solid"/>
              <a:round/>
              <a:headEnd type="none" w="sm" len="sm"/>
              <a:tailEnd type="none" w="sm" len="sm"/>
            </a:ln>
          </p:spPr>
        </p:cxnSp>
        <p:sp>
          <p:nvSpPr>
            <p:cNvPr id="385" name="Google Shape;385;p15"/>
            <p:cNvSpPr/>
            <p:nvPr/>
          </p:nvSpPr>
          <p:spPr>
            <a:xfrm>
              <a:off x="0" y="0"/>
              <a:ext cx="5741533" cy="12927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5"/>
            <p:cNvSpPr txBox="1"/>
            <p:nvPr/>
          </p:nvSpPr>
          <p:spPr>
            <a:xfrm>
              <a:off x="0" y="0"/>
              <a:ext cx="5741533" cy="1292745"/>
            </a:xfrm>
            <a:prstGeom prst="rect">
              <a:avLst/>
            </a:prstGeom>
            <a:noFill/>
            <a:ln>
              <a:noFill/>
            </a:ln>
          </p:spPr>
          <p:txBody>
            <a:bodyPr spcFirstLastPara="1" wrap="square" lIns="45700" tIns="45700" rIns="45700" bIns="45700" anchor="t" anchorCtr="0">
              <a:noAutofit/>
            </a:bodyPr>
            <a:lstStyle/>
            <a:p>
              <a:pPr marL="0" marR="0" lvl="0" indent="0" algn="l" rtl="0">
                <a:lnSpc>
                  <a:spcPct val="9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One of the main challenges was to decide which fields to use for the prediction. The dataset had other fields such as city, region, sales and profit. How do we know that those fields do not contribute to deciding whether an order should be high or low priority? The solution to this problem was to visualize their relationship in Tableau and choose only the column that showed some co-relationship. But when working with datasets with more features it might be better to use clustering to find correlations.</a:t>
              </a:r>
              <a:endParaRPr/>
            </a:p>
          </p:txBody>
        </p:sp>
        <p:cxnSp>
          <p:nvCxnSpPr>
            <p:cNvPr id="387" name="Google Shape;387;p15"/>
            <p:cNvCxnSpPr/>
            <p:nvPr/>
          </p:nvCxnSpPr>
          <p:spPr>
            <a:xfrm>
              <a:off x="0" y="1292745"/>
              <a:ext cx="5741533" cy="0"/>
            </a:xfrm>
            <a:prstGeom prst="straightConnector1">
              <a:avLst/>
            </a:prstGeom>
            <a:solidFill>
              <a:srgbClr val="AB3BC1"/>
            </a:solidFill>
            <a:ln w="19050" cap="rnd" cmpd="sng">
              <a:solidFill>
                <a:srgbClr val="AB3BC1"/>
              </a:solidFill>
              <a:prstDash val="solid"/>
              <a:round/>
              <a:headEnd type="none" w="sm" len="sm"/>
              <a:tailEnd type="none" w="sm" len="sm"/>
            </a:ln>
          </p:spPr>
        </p:cxnSp>
        <p:sp>
          <p:nvSpPr>
            <p:cNvPr id="388" name="Google Shape;388;p15"/>
            <p:cNvSpPr/>
            <p:nvPr/>
          </p:nvSpPr>
          <p:spPr>
            <a:xfrm>
              <a:off x="0" y="1292745"/>
              <a:ext cx="5741533" cy="12927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5"/>
            <p:cNvSpPr txBox="1"/>
            <p:nvPr/>
          </p:nvSpPr>
          <p:spPr>
            <a:xfrm>
              <a:off x="0" y="1292745"/>
              <a:ext cx="5741533" cy="1292745"/>
            </a:xfrm>
            <a:prstGeom prst="rect">
              <a:avLst/>
            </a:prstGeom>
            <a:noFill/>
            <a:ln>
              <a:noFill/>
            </a:ln>
          </p:spPr>
          <p:txBody>
            <a:bodyPr spcFirstLastPara="1" wrap="square" lIns="45700" tIns="45700" rIns="45700" bIns="45700" anchor="t" anchorCtr="0">
              <a:noAutofit/>
            </a:bodyPr>
            <a:lstStyle/>
            <a:p>
              <a:pPr marL="0" marR="0" lvl="0" indent="0" algn="l" rtl="0">
                <a:lnSpc>
                  <a:spcPct val="9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Another challenge with the dataset was that dataset contained values from other countries as well so we had to take a subset of the dataset to the location of USA so that we that prediction with the order priority is more relevant and accurate. </a:t>
              </a:r>
              <a:endParaRPr/>
            </a:p>
          </p:txBody>
        </p:sp>
        <p:cxnSp>
          <p:nvCxnSpPr>
            <p:cNvPr id="390" name="Google Shape;390;p15"/>
            <p:cNvCxnSpPr/>
            <p:nvPr/>
          </p:nvCxnSpPr>
          <p:spPr>
            <a:xfrm>
              <a:off x="0" y="2585491"/>
              <a:ext cx="5741533" cy="0"/>
            </a:xfrm>
            <a:prstGeom prst="straightConnector1">
              <a:avLst/>
            </a:prstGeom>
            <a:solidFill>
              <a:srgbClr val="AB3BC1"/>
            </a:solidFill>
            <a:ln w="19050" cap="rnd" cmpd="sng">
              <a:solidFill>
                <a:srgbClr val="AB3BC1"/>
              </a:solidFill>
              <a:prstDash val="solid"/>
              <a:round/>
              <a:headEnd type="none" w="sm" len="sm"/>
              <a:tailEnd type="none" w="sm" len="sm"/>
            </a:ln>
          </p:spPr>
        </p:cxnSp>
        <p:sp>
          <p:nvSpPr>
            <p:cNvPr id="391" name="Google Shape;391;p15"/>
            <p:cNvSpPr/>
            <p:nvPr/>
          </p:nvSpPr>
          <p:spPr>
            <a:xfrm>
              <a:off x="0" y="2585491"/>
              <a:ext cx="5741533" cy="12927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5"/>
            <p:cNvSpPr txBox="1"/>
            <p:nvPr/>
          </p:nvSpPr>
          <p:spPr>
            <a:xfrm>
              <a:off x="0" y="2585491"/>
              <a:ext cx="5741533" cy="1292745"/>
            </a:xfrm>
            <a:prstGeom prst="rect">
              <a:avLst/>
            </a:prstGeom>
            <a:noFill/>
            <a:ln>
              <a:noFill/>
            </a:ln>
          </p:spPr>
          <p:txBody>
            <a:bodyPr spcFirstLastPara="1" wrap="square" lIns="45700" tIns="45700" rIns="45700" bIns="45700" anchor="t" anchorCtr="0">
              <a:noAutofit/>
            </a:bodyPr>
            <a:lstStyle/>
            <a:p>
              <a:pPr marL="0" marR="0" lvl="0" indent="0" algn="l" rtl="0">
                <a:lnSpc>
                  <a:spcPct val="9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Addittionally, choosing the ratio for dividing the dataset into training and testing. We took more percent of the data into training set so that as there are more rows in the training dataset the testing is more accurate </a:t>
              </a:r>
              <a:endParaRPr/>
            </a:p>
          </p:txBody>
        </p:sp>
        <p:cxnSp>
          <p:nvCxnSpPr>
            <p:cNvPr id="393" name="Google Shape;393;p15"/>
            <p:cNvCxnSpPr/>
            <p:nvPr/>
          </p:nvCxnSpPr>
          <p:spPr>
            <a:xfrm>
              <a:off x="0" y="3878237"/>
              <a:ext cx="5741533" cy="0"/>
            </a:xfrm>
            <a:prstGeom prst="straightConnector1">
              <a:avLst/>
            </a:prstGeom>
            <a:solidFill>
              <a:srgbClr val="AB3BC1"/>
            </a:solidFill>
            <a:ln w="19050" cap="rnd" cmpd="sng">
              <a:solidFill>
                <a:srgbClr val="AB3BC1"/>
              </a:solidFill>
              <a:prstDash val="solid"/>
              <a:round/>
              <a:headEnd type="none" w="sm" len="sm"/>
              <a:tailEnd type="none" w="sm" len="sm"/>
            </a:ln>
          </p:spPr>
        </p:cxnSp>
        <p:sp>
          <p:nvSpPr>
            <p:cNvPr id="394" name="Google Shape;394;p15"/>
            <p:cNvSpPr/>
            <p:nvPr/>
          </p:nvSpPr>
          <p:spPr>
            <a:xfrm>
              <a:off x="0" y="3878237"/>
              <a:ext cx="5741533" cy="1292745"/>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5"/>
            <p:cNvSpPr txBox="1"/>
            <p:nvPr/>
          </p:nvSpPr>
          <p:spPr>
            <a:xfrm>
              <a:off x="0" y="3878237"/>
              <a:ext cx="5741533" cy="1292745"/>
            </a:xfrm>
            <a:prstGeom prst="rect">
              <a:avLst/>
            </a:prstGeom>
            <a:noFill/>
            <a:ln>
              <a:noFill/>
            </a:ln>
          </p:spPr>
          <p:txBody>
            <a:bodyPr spcFirstLastPara="1" wrap="square" lIns="45700" tIns="45700" rIns="45700" bIns="45700" anchor="t" anchorCtr="0">
              <a:noAutofit/>
            </a:bodyPr>
            <a:lstStyle/>
            <a:p>
              <a:pPr marL="0" marR="0" lvl="0" indent="0" algn="l" rtl="0">
                <a:lnSpc>
                  <a:spcPct val="90000"/>
                </a:lnSpc>
                <a:spcBef>
                  <a:spcPts val="0"/>
                </a:spcBef>
                <a:spcAft>
                  <a:spcPts val="0"/>
                </a:spcAft>
                <a:buClr>
                  <a:schemeClr val="dk1"/>
                </a:buClr>
                <a:buSzPts val="1200"/>
                <a:buFont typeface="Calibri"/>
                <a:buNone/>
              </a:pPr>
              <a:r>
                <a:rPr lang="en-US" sz="1200">
                  <a:solidFill>
                    <a:schemeClr val="dk1"/>
                  </a:solidFill>
                  <a:latin typeface="Calibri"/>
                  <a:ea typeface="Calibri"/>
                  <a:cs typeface="Calibri"/>
                  <a:sym typeface="Calibri"/>
                </a:rPr>
                <a:t>Finally which models to choose for prediction was the challenge face by our team as the order priority  required classification as what is the priority of the order placed we choose to implement Naïve Bayes algorithm and Decision Tree as it performs well in the case of categorical input variables </a:t>
              </a: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399"/>
        <p:cNvGrpSpPr/>
        <p:nvPr/>
      </p:nvGrpSpPr>
      <p:grpSpPr>
        <a:xfrm>
          <a:off x="0" y="0"/>
          <a:ext cx="0" cy="0"/>
          <a:chOff x="0" y="0"/>
          <a:chExt cx="0" cy="0"/>
        </a:xfrm>
      </p:grpSpPr>
      <p:sp>
        <p:nvSpPr>
          <p:cNvPr id="400" name="Google Shape;400;p16"/>
          <p:cNvSpPr/>
          <p:nvPr/>
        </p:nvSpPr>
        <p:spPr>
          <a:xfrm>
            <a:off x="0" y="0"/>
            <a:ext cx="12192000" cy="6858000"/>
          </a:xfrm>
          <a:prstGeom prst="rect">
            <a:avLst/>
          </a:prstGeom>
          <a:blipFill rotWithShape="1">
            <a:blip r:embed="rId3">
              <a:alphaModFix/>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01" name="Google Shape;401;p16"/>
          <p:cNvSpPr/>
          <p:nvPr/>
        </p:nvSpPr>
        <p:spPr>
          <a:xfrm>
            <a:off x="-3175" y="0"/>
            <a:ext cx="4654296" cy="6856214"/>
          </a:xfrm>
          <a:prstGeom prst="rect">
            <a:avLst/>
          </a:prstGeom>
          <a:blipFill rotWithShape="1">
            <a:blip r:embed="rId3">
              <a:alphaModFix/>
            </a:blip>
            <a:tile tx="0" ty="0" sx="100000" sy="100000" flip="none" algn="tl"/>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402" name="Google Shape;402;p16"/>
          <p:cNvPicPr preferRelativeResize="0"/>
          <p:nvPr/>
        </p:nvPicPr>
        <p:blipFill rotWithShape="1">
          <a:blip r:embed="rId4">
            <a:alphaModFix/>
          </a:blip>
          <a:srcRect r="61893"/>
          <a:stretch/>
        </p:blipFill>
        <p:spPr>
          <a:xfrm>
            <a:off x="0" y="0"/>
            <a:ext cx="4644770" cy="6856214"/>
          </a:xfrm>
          <a:prstGeom prst="rect">
            <a:avLst/>
          </a:prstGeom>
          <a:noFill/>
          <a:ln>
            <a:noFill/>
          </a:ln>
        </p:spPr>
      </p:pic>
      <p:sp>
        <p:nvSpPr>
          <p:cNvPr id="403" name="Google Shape;403;p16"/>
          <p:cNvSpPr txBox="1">
            <a:spLocks noGrp="1"/>
          </p:cNvSpPr>
          <p:nvPr>
            <p:ph type="title"/>
          </p:nvPr>
        </p:nvSpPr>
        <p:spPr>
          <a:xfrm>
            <a:off x="848195" y="630974"/>
            <a:ext cx="3351530" cy="4995333"/>
          </a:xfrm>
          <a:prstGeom prst="rect">
            <a:avLst/>
          </a:prstGeom>
          <a:noFill/>
          <a:ln>
            <a:noFill/>
          </a:ln>
        </p:spPr>
        <p:txBody>
          <a:bodyPr spcFirstLastPara="1" wrap="square" lIns="91425" tIns="45700" rIns="91425" bIns="45700" anchor="ctr" anchorCtr="0">
            <a:normAutofit/>
          </a:bodyPr>
          <a:lstStyle/>
          <a:p>
            <a:pPr marL="0" lvl="0" indent="0" algn="l" rtl="0">
              <a:spcBef>
                <a:spcPts val="0"/>
              </a:spcBef>
              <a:spcAft>
                <a:spcPts val="0"/>
              </a:spcAft>
              <a:buClr>
                <a:srgbClr val="FFFFFF"/>
              </a:buClr>
              <a:buSzPts val="3600"/>
              <a:buFont typeface="Calibri"/>
              <a:buNone/>
            </a:pPr>
            <a:r>
              <a:rPr lang="en-US">
                <a:solidFill>
                  <a:srgbClr val="FFFFFF"/>
                </a:solidFill>
              </a:rPr>
              <a:t>FUTURE WORK</a:t>
            </a:r>
            <a:endParaRPr>
              <a:solidFill>
                <a:srgbClr val="FFFFFF"/>
              </a:solidFill>
            </a:endParaRPr>
          </a:p>
        </p:txBody>
      </p:sp>
      <p:sp>
        <p:nvSpPr>
          <p:cNvPr id="404" name="Google Shape;404;p16"/>
          <p:cNvSpPr/>
          <p:nvPr/>
        </p:nvSpPr>
        <p:spPr>
          <a:xfrm>
            <a:off x="4651120" y="-2"/>
            <a:ext cx="7537705" cy="6856216"/>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nvGrpSpPr>
          <p:cNvPr id="405" name="Google Shape;405;p16"/>
          <p:cNvGrpSpPr/>
          <p:nvPr/>
        </p:nvGrpSpPr>
        <p:grpSpPr>
          <a:xfrm>
            <a:off x="5601864" y="804671"/>
            <a:ext cx="5942549" cy="5942549"/>
            <a:chOff x="134355" y="0"/>
            <a:chExt cx="5942549" cy="5942549"/>
          </a:xfrm>
        </p:grpSpPr>
        <p:sp>
          <p:nvSpPr>
            <p:cNvPr id="406" name="Google Shape;406;p16"/>
            <p:cNvSpPr/>
            <p:nvPr/>
          </p:nvSpPr>
          <p:spPr>
            <a:xfrm>
              <a:off x="134355" y="0"/>
              <a:ext cx="5942549" cy="5942549"/>
            </a:xfrm>
            <a:prstGeom prst="diamond">
              <a:avLst/>
            </a:prstGeom>
            <a:solidFill>
              <a:srgbClr val="F2DE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16"/>
            <p:cNvSpPr/>
            <p:nvPr/>
          </p:nvSpPr>
          <p:spPr>
            <a:xfrm>
              <a:off x="698898" y="564542"/>
              <a:ext cx="2317594" cy="2317594"/>
            </a:xfrm>
            <a:prstGeom prst="roundRect">
              <a:avLst>
                <a:gd name="adj" fmla="val 16667"/>
              </a:avLst>
            </a:prstGeom>
            <a:solidFill>
              <a:schemeClr val="accent5"/>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6"/>
            <p:cNvSpPr txBox="1"/>
            <p:nvPr/>
          </p:nvSpPr>
          <p:spPr>
            <a:xfrm>
              <a:off x="812034" y="677678"/>
              <a:ext cx="2091322" cy="2091322"/>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In future we using the model we can also analyze the  other relevant attributes and forecast  what will be the order priority in a particular season </a:t>
              </a:r>
              <a:endParaRPr/>
            </a:p>
          </p:txBody>
        </p:sp>
        <p:sp>
          <p:nvSpPr>
            <p:cNvPr id="409" name="Google Shape;409;p16"/>
            <p:cNvSpPr/>
            <p:nvPr/>
          </p:nvSpPr>
          <p:spPr>
            <a:xfrm>
              <a:off x="3194768" y="564542"/>
              <a:ext cx="2317594" cy="2317594"/>
            </a:xfrm>
            <a:prstGeom prst="roundRect">
              <a:avLst>
                <a:gd name="adj" fmla="val 16667"/>
              </a:avLst>
            </a:prstGeom>
            <a:solidFill>
              <a:srgbClr val="DE8037"/>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16"/>
            <p:cNvSpPr txBox="1"/>
            <p:nvPr/>
          </p:nvSpPr>
          <p:spPr>
            <a:xfrm>
              <a:off x="3307904" y="677678"/>
              <a:ext cx="2091322" cy="2091322"/>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For example if we have a christmas or a thanksgiving coming most of the orders can be of critical priority and based on the combined analysis the store can make prior arrangements to such orders where it can meet the demand and the time schedule according to which the customers wants the order </a:t>
              </a:r>
              <a:endParaRPr/>
            </a:p>
          </p:txBody>
        </p:sp>
        <p:sp>
          <p:nvSpPr>
            <p:cNvPr id="411" name="Google Shape;411;p16"/>
            <p:cNvSpPr/>
            <p:nvPr/>
          </p:nvSpPr>
          <p:spPr>
            <a:xfrm>
              <a:off x="698898" y="3060412"/>
              <a:ext cx="2317594" cy="2317594"/>
            </a:xfrm>
            <a:prstGeom prst="roundRect">
              <a:avLst>
                <a:gd name="adj" fmla="val 16667"/>
              </a:avLst>
            </a:prstGeom>
            <a:solidFill>
              <a:srgbClr val="DF683F"/>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16"/>
            <p:cNvSpPr txBox="1"/>
            <p:nvPr/>
          </p:nvSpPr>
          <p:spPr>
            <a:xfrm>
              <a:off x="812034" y="3173548"/>
              <a:ext cx="2091322" cy="2091322"/>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Also we can further research on different algorithms and analyze and devise a way to achieve better accuraccy for the model</a:t>
              </a:r>
              <a:endParaRPr/>
            </a:p>
          </p:txBody>
        </p:sp>
        <p:sp>
          <p:nvSpPr>
            <p:cNvPr id="413" name="Google Shape;413;p16"/>
            <p:cNvSpPr/>
            <p:nvPr/>
          </p:nvSpPr>
          <p:spPr>
            <a:xfrm>
              <a:off x="3194768" y="3060412"/>
              <a:ext cx="2317594" cy="2317594"/>
            </a:xfrm>
            <a:prstGeom prst="roundRect">
              <a:avLst>
                <a:gd name="adj" fmla="val 16667"/>
              </a:avLst>
            </a:prstGeom>
            <a:solidFill>
              <a:srgbClr val="E15046"/>
            </a:solidFill>
            <a:ln w="19050"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6"/>
            <p:cNvSpPr txBox="1"/>
            <p:nvPr/>
          </p:nvSpPr>
          <p:spPr>
            <a:xfrm>
              <a:off x="3307904" y="3173548"/>
              <a:ext cx="2091322" cy="2091322"/>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lt1"/>
                </a:buClr>
                <a:buSzPts val="1200"/>
                <a:buFont typeface="Calibri"/>
                <a:buNone/>
              </a:pPr>
              <a:r>
                <a:rPr lang="en-US" sz="1200">
                  <a:solidFill>
                    <a:schemeClr val="lt1"/>
                  </a:solidFill>
                  <a:latin typeface="Calibri"/>
                  <a:ea typeface="Calibri"/>
                  <a:cs typeface="Calibri"/>
                  <a:sym typeface="Calibri"/>
                </a:rPr>
                <a:t>Lastly, if the there are more dataset rows and attributes to show that whether the order priority was successfully meet in the revelant subset then we can also predict in future which particular products have not delivered the orders in the priority </a:t>
              </a:r>
              <a:endParaRPr/>
            </a:p>
          </p:txBody>
        </p:sp>
      </p:grpSp>
    </p:spTree>
  </p:cSld>
  <p:clrMapOvr>
    <a:masterClrMapping/>
  </p:clrMapOvr>
</p:sld>
</file>

<file path=ppt/theme/theme1.xml><?xml version="1.0" encoding="utf-8"?>
<a:theme xmlns:a="http://schemas.openxmlformats.org/drawingml/2006/main" name="Celestial">
  <a:themeElements>
    <a:clrScheme name="Celestial">
      <a:dk1>
        <a:srgbClr val="000000"/>
      </a:dk1>
      <a:lt1>
        <a:srgbClr val="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elestial">
  <a:themeElements>
    <a:clrScheme name="Celestial">
      <a:dk1>
        <a:srgbClr val="000000"/>
      </a:dk1>
      <a:lt1>
        <a:srgbClr val="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TotalTime>
  <Words>1689</Words>
  <Application>Microsoft Office PowerPoint</Application>
  <PresentationFormat>Widescreen</PresentationFormat>
  <Paragraphs>123</Paragraphs>
  <Slides>16</Slides>
  <Notes>16</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16</vt:i4>
      </vt:variant>
    </vt:vector>
  </HeadingPairs>
  <TitlesOfParts>
    <vt:vector size="20" baseType="lpstr">
      <vt:lpstr>Arial</vt:lpstr>
      <vt:lpstr>Calibri</vt:lpstr>
      <vt:lpstr>Celestial</vt:lpstr>
      <vt:lpstr>Celestial</vt:lpstr>
      <vt:lpstr>INTRODUCTION TO DATA ANALYTICS FINAL PROJECT</vt:lpstr>
      <vt:lpstr>TABLE OF CONTENTS</vt:lpstr>
      <vt:lpstr>INTRODUCTION AND PROBLEM STATEMENT</vt:lpstr>
      <vt:lpstr>INTRODUCTION AND PROBLEM STATEMENT (CONTD.)</vt:lpstr>
      <vt:lpstr>DATA SOURCE AND DATA PREPARATION</vt:lpstr>
      <vt:lpstr>DATA ANALYSIS</vt:lpstr>
      <vt:lpstr>DATA CLEANSING AND TRANSFORMATION</vt:lpstr>
      <vt:lpstr>SEPARATE TRAINING AND TEST DATA</vt:lpstr>
      <vt:lpstr>METHODOLOGY – DECISION TREES</vt:lpstr>
      <vt:lpstr>METHODOLOGY - NAÏVE BAYES</vt:lpstr>
      <vt:lpstr>MODELING DECISION TREE TO PREDICT ORDER PRIORITY</vt:lpstr>
      <vt:lpstr>MODELING NAÏVE BAYES TO PREDICT ORDER PRIORITY</vt:lpstr>
      <vt:lpstr>RESULTS (PREDICTION) AND EVALUATION </vt:lpstr>
      <vt:lpstr>EXECUTIVE SUMMARY</vt:lpstr>
      <vt:lpstr>MAJOR CHALLENGES AND SOLUTIONS</vt:lpstr>
      <vt:lpstr>FUTURE 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  - 659: INTRODUCTION TO DATA ANALYTICS FINAL PROJECT</dc:title>
  <cp:lastModifiedBy>Rai,Shailey</cp:lastModifiedBy>
  <cp:revision>3</cp:revision>
  <dcterms:created xsi:type="dcterms:W3CDTF">2020-05-26T22:46:34Z</dcterms:created>
  <dcterms:modified xsi:type="dcterms:W3CDTF">2021-02-19T23:51:11Z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0x010100DC0AF2941E99F7449AEF2DDB9F3FB20A</vt:lpwstr>
  </property>
</Properties>
</file>